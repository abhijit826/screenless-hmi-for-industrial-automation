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3.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4"/>
    <p:sldMasterId id="2147484352" r:id="rId5"/>
    <p:sldMasterId id="2147484378" r:id="rId6"/>
    <p:sldMasterId id="2147484404" r:id="rId7"/>
  </p:sldMasterIdLst>
  <p:notesMasterIdLst>
    <p:notesMasterId r:id="rId31"/>
  </p:notesMasterIdLst>
  <p:handoutMasterIdLst>
    <p:handoutMasterId r:id="rId32"/>
  </p:handoutMasterIdLst>
  <p:sldIdLst>
    <p:sldId id="362" r:id="rId8"/>
    <p:sldId id="366" r:id="rId9"/>
    <p:sldId id="364" r:id="rId10"/>
    <p:sldId id="367" r:id="rId11"/>
    <p:sldId id="368" r:id="rId12"/>
    <p:sldId id="369" r:id="rId13"/>
    <p:sldId id="370" r:id="rId14"/>
    <p:sldId id="371" r:id="rId15"/>
    <p:sldId id="391" r:id="rId16"/>
    <p:sldId id="392" r:id="rId17"/>
    <p:sldId id="373" r:id="rId18"/>
    <p:sldId id="374" r:id="rId19"/>
    <p:sldId id="375" r:id="rId20"/>
    <p:sldId id="376" r:id="rId21"/>
    <p:sldId id="377" r:id="rId22"/>
    <p:sldId id="378" r:id="rId23"/>
    <p:sldId id="379" r:id="rId24"/>
    <p:sldId id="393" r:id="rId25"/>
    <p:sldId id="389" r:id="rId26"/>
    <p:sldId id="394" r:id="rId27"/>
    <p:sldId id="387" r:id="rId28"/>
    <p:sldId id="388" r:id="rId29"/>
    <p:sldId id="361" r:id="rId30"/>
  </p:sldIdLst>
  <p:sldSz cx="9144000" cy="5143500" type="screen16x9"/>
  <p:notesSz cx="7099300" cy="10234613"/>
  <p:defaultText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1BBB43-D7E8-165D-6752-137C0A99B0BD}" name="Kayla Franey" initials="KF" userId="S::sesa750313@se.com::d3e436af-7e18-4265-9a8a-da8154df740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Jackie Barlow"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7C80"/>
    <a:srgbClr val="FFFFFF"/>
    <a:srgbClr val="009530"/>
    <a:srgbClr val="000000"/>
    <a:srgbClr val="3DCD58"/>
    <a:srgbClr val="36C7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2"/>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223"/>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commentAuthors" Target="commentAuthor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3122E3A8-67DD-A54D-9ACE-7F6180D1A288}" type="datetimeFigureOut">
              <a:rPr lang="en-US" smtClean="0"/>
              <a:pPr/>
              <a:t>9/10/2026</a:t>
            </a:fld>
            <a:endParaRPr lang="en-US"/>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5D751CF-426F-9546-9000-18E529FDEBDA}" type="slidenum">
              <a:rPr lang="en-US" smtClean="0"/>
              <a:pPr/>
              <a:t>‹#›</a:t>
            </a:fld>
            <a:endParaRPr lang="en-US"/>
          </a:p>
        </p:txBody>
      </p:sp>
    </p:spTree>
    <p:extLst>
      <p:ext uri="{BB962C8B-B14F-4D97-AF65-F5344CB8AC3E}">
        <p14:creationId xmlns:p14="http://schemas.microsoft.com/office/powerpoint/2010/main" val="3999892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95BCB8AE-B9B2-1648-AE7C-D9F4FF496627}" type="datetimeFigureOut">
              <a:rPr lang="en-US" smtClean="0"/>
              <a:pPr/>
              <a:t>9/10/2026</a:t>
            </a:fld>
            <a:endParaRPr lang="en-US"/>
          </a:p>
        </p:txBody>
      </p:sp>
      <p:sp>
        <p:nvSpPr>
          <p:cNvPr id="4" name="Slide Image Placehold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E7F34D1A-B7E5-DE48-8EA9-859D9DE63652}" type="slidenum">
              <a:rPr lang="en-US" smtClean="0"/>
              <a:pPr/>
              <a:t>‹#›</a:t>
            </a:fld>
            <a:endParaRPr lang="en-US"/>
          </a:p>
        </p:txBody>
      </p:sp>
    </p:spTree>
    <p:extLst>
      <p:ext uri="{BB962C8B-B14F-4D97-AF65-F5344CB8AC3E}">
        <p14:creationId xmlns:p14="http://schemas.microsoft.com/office/powerpoint/2010/main" val="725433361"/>
      </p:ext>
    </p:extLst>
  </p:cSld>
  <p:clrMap bg1="lt1" tx1="dk1" bg2="lt2" tx2="dk2" accent1="accent1" accent2="accent2" accent3="accent3" accent4="accent4" accent5="accent5" accent6="accent6" hlink="hlink" folHlink="folHlink"/>
  <p:hf hdr="0" ftr="0" dt="0"/>
  <p:notesStyle>
    <a:lvl1pPr marL="0" algn="l" defTabSz="457184" rtl="0" eaLnBrk="1" latinLnBrk="0" hangingPunct="1">
      <a:defRPr sz="1200" kern="1200">
        <a:solidFill>
          <a:schemeClr val="tx1"/>
        </a:solidFill>
        <a:latin typeface="+mn-lt"/>
        <a:ea typeface="+mn-ea"/>
        <a:cs typeface="+mn-cs"/>
      </a:defRPr>
    </a:lvl1pPr>
    <a:lvl2pPr marL="457184" algn="l" defTabSz="457184" rtl="0" eaLnBrk="1" latinLnBrk="0" hangingPunct="1">
      <a:defRPr sz="1200" kern="1200">
        <a:solidFill>
          <a:schemeClr val="tx1"/>
        </a:solidFill>
        <a:latin typeface="+mn-lt"/>
        <a:ea typeface="+mn-ea"/>
        <a:cs typeface="+mn-cs"/>
      </a:defRPr>
    </a:lvl2pPr>
    <a:lvl3pPr marL="914367" algn="l" defTabSz="457184" rtl="0" eaLnBrk="1" latinLnBrk="0" hangingPunct="1">
      <a:defRPr sz="1200" kern="1200">
        <a:solidFill>
          <a:schemeClr val="tx1"/>
        </a:solidFill>
        <a:latin typeface="+mn-lt"/>
        <a:ea typeface="+mn-ea"/>
        <a:cs typeface="+mn-cs"/>
      </a:defRPr>
    </a:lvl3pPr>
    <a:lvl4pPr marL="1371552" algn="l" defTabSz="457184" rtl="0" eaLnBrk="1" latinLnBrk="0" hangingPunct="1">
      <a:defRPr sz="1200" kern="1200">
        <a:solidFill>
          <a:schemeClr val="tx1"/>
        </a:solidFill>
        <a:latin typeface="+mn-lt"/>
        <a:ea typeface="+mn-ea"/>
        <a:cs typeface="+mn-cs"/>
      </a:defRPr>
    </a:lvl4pPr>
    <a:lvl5pPr marL="1828736" algn="l" defTabSz="457184" rtl="0" eaLnBrk="1" latinLnBrk="0" hangingPunct="1">
      <a:defRPr sz="1200" kern="1200">
        <a:solidFill>
          <a:schemeClr val="tx1"/>
        </a:solidFill>
        <a:latin typeface="+mn-lt"/>
        <a:ea typeface="+mn-ea"/>
        <a:cs typeface="+mn-cs"/>
      </a:defRPr>
    </a:lvl5pPr>
    <a:lvl6pPr marL="2285919" algn="l" defTabSz="457184" rtl="0" eaLnBrk="1" latinLnBrk="0" hangingPunct="1">
      <a:defRPr sz="1200" kern="1200">
        <a:solidFill>
          <a:schemeClr val="tx1"/>
        </a:solidFill>
        <a:latin typeface="+mn-lt"/>
        <a:ea typeface="+mn-ea"/>
        <a:cs typeface="+mn-cs"/>
      </a:defRPr>
    </a:lvl6pPr>
    <a:lvl7pPr marL="2743103" algn="l" defTabSz="457184" rtl="0" eaLnBrk="1" latinLnBrk="0" hangingPunct="1">
      <a:defRPr sz="1200" kern="1200">
        <a:solidFill>
          <a:schemeClr val="tx1"/>
        </a:solidFill>
        <a:latin typeface="+mn-lt"/>
        <a:ea typeface="+mn-ea"/>
        <a:cs typeface="+mn-cs"/>
      </a:defRPr>
    </a:lvl7pPr>
    <a:lvl8pPr marL="3200287" algn="l" defTabSz="457184" rtl="0" eaLnBrk="1" latinLnBrk="0" hangingPunct="1">
      <a:defRPr sz="1200" kern="1200">
        <a:solidFill>
          <a:schemeClr val="tx1"/>
        </a:solidFill>
        <a:latin typeface="+mn-lt"/>
        <a:ea typeface="+mn-ea"/>
        <a:cs typeface="+mn-cs"/>
      </a:defRPr>
    </a:lvl8pPr>
    <a:lvl9pPr marL="3657471" algn="l" defTabSz="4571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F34D1A-B7E5-DE48-8EA9-859D9DE63652}" type="slidenum">
              <a:rPr lang="en-US" smtClean="0"/>
              <a:pPr/>
              <a:t>23</a:t>
            </a:fld>
            <a:endParaRPr lang="en-US"/>
          </a:p>
        </p:txBody>
      </p:sp>
    </p:spTree>
    <p:extLst>
      <p:ext uri="{BB962C8B-B14F-4D97-AF65-F5344CB8AC3E}">
        <p14:creationId xmlns:p14="http://schemas.microsoft.com/office/powerpoint/2010/main" val="128179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10.svg"/><Relationship Id="rId2" Type="http://schemas.openxmlformats.org/officeDocument/2006/relationships/hyperlink" Target="https://www.se.com/ww/en/" TargetMode="External"/><Relationship Id="rId1" Type="http://schemas.openxmlformats.org/officeDocument/2006/relationships/slideMaster" Target="../slideMasters/slideMaster1.xml"/><Relationship Id="rId6" Type="http://schemas.openxmlformats.org/officeDocument/2006/relationships/image" Target="../media/image7.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0" Type="http://schemas.openxmlformats.org/officeDocument/2006/relationships/image" Target="../media/image9.svg"/><Relationship Id="rId4" Type="http://schemas.openxmlformats.org/officeDocument/2006/relationships/image" Target="../media/image6.svg"/><Relationship Id="rId9" Type="http://schemas.openxmlformats.org/officeDocument/2006/relationships/hyperlink" Target="https://twitter.com/SchneiderElec" TargetMode="External"/><Relationship Id="rId14"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10.svg"/><Relationship Id="rId2" Type="http://schemas.openxmlformats.org/officeDocument/2006/relationships/hyperlink" Target="https://www.se.com/ww/en/" TargetMode="External"/><Relationship Id="rId1" Type="http://schemas.openxmlformats.org/officeDocument/2006/relationships/slideMaster" Target="../slideMasters/slideMaster2.xml"/><Relationship Id="rId6" Type="http://schemas.openxmlformats.org/officeDocument/2006/relationships/image" Target="../media/image7.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0" Type="http://schemas.openxmlformats.org/officeDocument/2006/relationships/image" Target="../media/image9.svg"/><Relationship Id="rId4" Type="http://schemas.openxmlformats.org/officeDocument/2006/relationships/image" Target="../media/image6.svg"/><Relationship Id="rId9" Type="http://schemas.openxmlformats.org/officeDocument/2006/relationships/hyperlink" Target="https://twitter.com/SchneiderElec" TargetMode="External"/><Relationship Id="rId14" Type="http://schemas.openxmlformats.org/officeDocument/2006/relationships/image" Target="../media/image11.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16.svg"/><Relationship Id="rId2" Type="http://schemas.openxmlformats.org/officeDocument/2006/relationships/hyperlink" Target="https://www.se.com/ww/en/" TargetMode="External"/><Relationship Id="rId1" Type="http://schemas.openxmlformats.org/officeDocument/2006/relationships/slideMaster" Target="../slideMasters/slideMaster3.xml"/><Relationship Id="rId6" Type="http://schemas.openxmlformats.org/officeDocument/2006/relationships/image" Target="../media/image13.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0" Type="http://schemas.openxmlformats.org/officeDocument/2006/relationships/image" Target="../media/image15.svg"/><Relationship Id="rId4" Type="http://schemas.openxmlformats.org/officeDocument/2006/relationships/image" Target="../media/image12.svg"/><Relationship Id="rId9" Type="http://schemas.openxmlformats.org/officeDocument/2006/relationships/hyperlink" Target="https://twitter.com/SchneiderElec" TargetMode="External"/><Relationship Id="rId14" Type="http://schemas.openxmlformats.org/officeDocument/2006/relationships/image" Target="../media/image17.svg"/></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hyperlink" Target="https://www.instagram.com/schneiderelectric/" TargetMode="External"/><Relationship Id="rId3" Type="http://schemas.openxmlformats.org/officeDocument/2006/relationships/image" Target="../media/image21.png"/><Relationship Id="rId7" Type="http://schemas.openxmlformats.org/officeDocument/2006/relationships/hyperlink" Target="https://www.linkedin.com/company/schneider-electric/" TargetMode="External"/><Relationship Id="rId12" Type="http://schemas.openxmlformats.org/officeDocument/2006/relationships/image" Target="../media/image25.svg"/><Relationship Id="rId2" Type="http://schemas.openxmlformats.org/officeDocument/2006/relationships/image" Target="../media/image20.png"/><Relationship Id="rId16" Type="http://schemas.openxmlformats.org/officeDocument/2006/relationships/image" Target="../media/image27.svg"/><Relationship Id="rId1" Type="http://schemas.openxmlformats.org/officeDocument/2006/relationships/slideMaster" Target="../slideMasters/slideMaster4.xml"/><Relationship Id="rId6" Type="http://schemas.openxmlformats.org/officeDocument/2006/relationships/image" Target="../media/image22.svg"/><Relationship Id="rId11" Type="http://schemas.openxmlformats.org/officeDocument/2006/relationships/hyperlink" Target="https://twitter.com/SchneiderElec" TargetMode="External"/><Relationship Id="rId5" Type="http://schemas.openxmlformats.org/officeDocument/2006/relationships/hyperlink" Target="https://www.facebook.com/SchneiderElectric" TargetMode="External"/><Relationship Id="rId15" Type="http://schemas.openxmlformats.org/officeDocument/2006/relationships/hyperlink" Target="https://blog.se.com/" TargetMode="External"/><Relationship Id="rId10" Type="http://schemas.openxmlformats.org/officeDocument/2006/relationships/image" Target="../media/image24.svg"/><Relationship Id="rId4" Type="http://schemas.openxmlformats.org/officeDocument/2006/relationships/hyperlink" Target="https://www.se.com/ww/en/" TargetMode="External"/><Relationship Id="rId9" Type="http://schemas.openxmlformats.org/officeDocument/2006/relationships/hyperlink" Target="https://www.youtube.com/user/SchneiderCorporate" TargetMode="External"/><Relationship Id="rId14" Type="http://schemas.openxmlformats.org/officeDocument/2006/relationships/image" Target="../media/image2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b"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951104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6278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057900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Offer comm">
    <p:bg>
      <p:bgRef idx="1001">
        <a:schemeClr val="bg1"/>
      </p:bgRef>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385392"/>
            <a:ext cx="4114803" cy="860426"/>
          </a:xfrm>
          <a:prstGeom prst="rect">
            <a:avLst/>
          </a:prstGeom>
        </p:spPr>
        <p:txBody>
          <a:bodyPr wrap="none" lIns="0" tIns="0" rIns="0" bIns="0" anchor="b" anchorCtr="0">
            <a:noAutofit/>
          </a:bodyPr>
          <a:lstStyle>
            <a:lvl1pPr marL="0" indent="0" algn="l">
              <a:lnSpc>
                <a:spcPts val="3200"/>
              </a:lnSpc>
              <a:buFont typeface="Arial"/>
              <a:buNone/>
              <a:defRPr sz="2800" b="0">
                <a:solidFill>
                  <a:schemeClr val="tx1"/>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140660"/>
            <a:ext cx="3438016" cy="2591734"/>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91769970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65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b"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grpSp>
        <p:nvGrpSpPr>
          <p:cNvPr id="62" name="Group 61">
            <a:extLst>
              <a:ext uri="{FF2B5EF4-FFF2-40B4-BE49-F238E27FC236}">
                <a16:creationId xmlns:a16="http://schemas.microsoft.com/office/drawing/2014/main" id="{49CEA2E0-4DBC-179F-0380-8694C018C987}"/>
              </a:ext>
              <a:ext uri="{C183D7F6-B498-43B3-948B-1728B52AA6E4}">
                <adec:decorative xmlns:adec="http://schemas.microsoft.com/office/drawing/2017/decorative" val="1"/>
              </a:ext>
            </a:extLst>
          </p:cNvPr>
          <p:cNvGrpSpPr/>
          <p:nvPr userDrawn="1"/>
        </p:nvGrpSpPr>
        <p:grpSpPr>
          <a:xfrm>
            <a:off x="7710646" y="4687803"/>
            <a:ext cx="975015" cy="289704"/>
            <a:chOff x="6594768" y="4687803"/>
            <a:chExt cx="975015" cy="289704"/>
          </a:xfrm>
          <a:solidFill>
            <a:schemeClr val="bg1"/>
          </a:solidFill>
        </p:grpSpPr>
        <p:grpSp>
          <p:nvGrpSpPr>
            <p:cNvPr id="63" name="Picture 8">
              <a:extLst>
                <a:ext uri="{FF2B5EF4-FFF2-40B4-BE49-F238E27FC236}">
                  <a16:creationId xmlns:a16="http://schemas.microsoft.com/office/drawing/2014/main" id="{43529853-30DE-8788-1D13-4CB65DC8FE06}"/>
                </a:ext>
                <a:ext uri="{C183D7F6-B498-43B3-948B-1728B52AA6E4}">
                  <adec:decorative xmlns:adec="http://schemas.microsoft.com/office/drawing/2017/decorative" val="1"/>
                </a:ext>
              </a:extLst>
            </p:cNvPr>
            <p:cNvGrpSpPr/>
            <p:nvPr/>
          </p:nvGrpSpPr>
          <p:grpSpPr>
            <a:xfrm>
              <a:off x="7020588" y="4863773"/>
              <a:ext cx="523815" cy="90931"/>
              <a:chOff x="7020588" y="4863773"/>
              <a:chExt cx="523815" cy="90931"/>
            </a:xfrm>
            <a:grpFill/>
          </p:grpSpPr>
          <p:grpSp>
            <p:nvGrpSpPr>
              <p:cNvPr id="70" name="Picture 8">
                <a:extLst>
                  <a:ext uri="{FF2B5EF4-FFF2-40B4-BE49-F238E27FC236}">
                    <a16:creationId xmlns:a16="http://schemas.microsoft.com/office/drawing/2014/main" id="{26357552-D5FD-B6AA-EF3F-8E58DEDA6F2E}"/>
                  </a:ext>
                  <a:ext uri="{C183D7F6-B498-43B3-948B-1728B52AA6E4}">
                    <adec:decorative xmlns:adec="http://schemas.microsoft.com/office/drawing/2017/decorative" val="1"/>
                  </a:ext>
                </a:extLst>
              </p:cNvPr>
              <p:cNvGrpSpPr/>
              <p:nvPr/>
            </p:nvGrpSpPr>
            <p:grpSpPr>
              <a:xfrm>
                <a:off x="7020588" y="4863773"/>
                <a:ext cx="523815" cy="90931"/>
                <a:chOff x="7020588" y="4863773"/>
                <a:chExt cx="523815" cy="90931"/>
              </a:xfrm>
              <a:grpFill/>
            </p:grpSpPr>
            <p:sp>
              <p:nvSpPr>
                <p:cNvPr id="72" name="Freeform 71">
                  <a:extLst>
                    <a:ext uri="{FF2B5EF4-FFF2-40B4-BE49-F238E27FC236}">
                      <a16:creationId xmlns:a16="http://schemas.microsoft.com/office/drawing/2014/main" id="{6E6C988F-9FB1-11F4-F7DE-0AF324DB0EBD}"/>
                    </a:ext>
                  </a:extLst>
                </p:cNvPr>
                <p:cNvSpPr/>
                <p:nvPr/>
              </p:nvSpPr>
              <p:spPr>
                <a:xfrm>
                  <a:off x="7020588"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grpFill/>
                <a:ln w="2699" cap="flat">
                  <a:noFill/>
                  <a:prstDash val="solid"/>
                  <a:miter/>
                </a:ln>
              </p:spPr>
              <p:txBody>
                <a:bodyPr/>
                <a:lstStyle/>
                <a:p>
                  <a:endParaRPr lang="en-US"/>
                </a:p>
              </p:txBody>
            </p:sp>
            <p:sp>
              <p:nvSpPr>
                <p:cNvPr id="73" name="Rectangle 72">
                  <a:extLst>
                    <a:ext uri="{FF2B5EF4-FFF2-40B4-BE49-F238E27FC236}">
                      <a16:creationId xmlns:a16="http://schemas.microsoft.com/office/drawing/2014/main" id="{DCDBA08E-03F8-8628-1FDD-C15DB21CA4BC}"/>
                    </a:ext>
                  </a:extLst>
                </p:cNvPr>
                <p:cNvSpPr/>
                <p:nvPr/>
              </p:nvSpPr>
              <p:spPr>
                <a:xfrm>
                  <a:off x="7101012" y="4863773"/>
                  <a:ext cx="11686" cy="89742"/>
                </a:xfrm>
                <a:prstGeom prst="rect">
                  <a:avLst/>
                </a:prstGeom>
                <a:grpFill/>
                <a:ln w="2699" cap="flat">
                  <a:noFill/>
                  <a:prstDash val="solid"/>
                  <a:miter/>
                </a:ln>
              </p:spPr>
              <p:txBody>
                <a:bodyPr/>
                <a:lstStyle/>
                <a:p>
                  <a:endParaRPr lang="en-US"/>
                </a:p>
              </p:txBody>
            </p:sp>
            <p:sp>
              <p:nvSpPr>
                <p:cNvPr id="74" name="Freeform 73">
                  <a:extLst>
                    <a:ext uri="{FF2B5EF4-FFF2-40B4-BE49-F238E27FC236}">
                      <a16:creationId xmlns:a16="http://schemas.microsoft.com/office/drawing/2014/main" id="{3F30D26F-4879-7C7A-C5C3-2ACFF4085427}"/>
                    </a:ext>
                  </a:extLst>
                </p:cNvPr>
                <p:cNvSpPr/>
                <p:nvPr/>
              </p:nvSpPr>
              <p:spPr>
                <a:xfrm>
                  <a:off x="7144559"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grpFill/>
                <a:ln w="2699" cap="flat">
                  <a:noFill/>
                  <a:prstDash val="solid"/>
                  <a:miter/>
                </a:ln>
              </p:spPr>
              <p:txBody>
                <a:bodyPr/>
                <a:lstStyle/>
                <a:p>
                  <a:endParaRPr lang="en-US"/>
                </a:p>
              </p:txBody>
            </p:sp>
            <p:sp>
              <p:nvSpPr>
                <p:cNvPr id="75" name="Freeform 74">
                  <a:extLst>
                    <a:ext uri="{FF2B5EF4-FFF2-40B4-BE49-F238E27FC236}">
                      <a16:creationId xmlns:a16="http://schemas.microsoft.com/office/drawing/2014/main" id="{39989C7B-0000-E783-E0B5-E21D66E7674C}"/>
                    </a:ext>
                  </a:extLst>
                </p:cNvPr>
                <p:cNvSpPr/>
                <p:nvPr/>
              </p:nvSpPr>
              <p:spPr>
                <a:xfrm>
                  <a:off x="7224007"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grpFill/>
                <a:ln w="2699" cap="flat">
                  <a:noFill/>
                  <a:prstDash val="solid"/>
                  <a:miter/>
                </a:ln>
              </p:spPr>
              <p:txBody>
                <a:bodyPr/>
                <a:lstStyle/>
                <a:p>
                  <a:endParaRPr lang="en-US"/>
                </a:p>
              </p:txBody>
            </p:sp>
            <p:sp>
              <p:nvSpPr>
                <p:cNvPr id="76" name="Freeform 75">
                  <a:extLst>
                    <a:ext uri="{FF2B5EF4-FFF2-40B4-BE49-F238E27FC236}">
                      <a16:creationId xmlns:a16="http://schemas.microsoft.com/office/drawing/2014/main" id="{22A637FE-AC7C-140F-D222-F91BEF9D32C3}"/>
                    </a:ext>
                  </a:extLst>
                </p:cNvPr>
                <p:cNvSpPr/>
                <p:nvPr/>
              </p:nvSpPr>
              <p:spPr>
                <a:xfrm>
                  <a:off x="7299415"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grpFill/>
                <a:ln w="2699" cap="flat">
                  <a:noFill/>
                  <a:prstDash val="solid"/>
                  <a:miter/>
                </a:ln>
              </p:spPr>
              <p:txBody>
                <a:bodyPr/>
                <a:lstStyle/>
                <a:p>
                  <a:endParaRPr lang="en-US"/>
                </a:p>
              </p:txBody>
            </p:sp>
            <p:sp>
              <p:nvSpPr>
                <p:cNvPr id="77" name="Freeform 76">
                  <a:extLst>
                    <a:ext uri="{FF2B5EF4-FFF2-40B4-BE49-F238E27FC236}">
                      <a16:creationId xmlns:a16="http://schemas.microsoft.com/office/drawing/2014/main" id="{F1E2F60A-F810-945B-DDCF-2AB47EB8A935}"/>
                    </a:ext>
                  </a:extLst>
                </p:cNvPr>
                <p:cNvSpPr/>
                <p:nvPr/>
              </p:nvSpPr>
              <p:spPr>
                <a:xfrm>
                  <a:off x="7375636"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grpFill/>
                <a:ln w="2699" cap="flat">
                  <a:noFill/>
                  <a:prstDash val="solid"/>
                  <a:miter/>
                </a:ln>
              </p:spPr>
              <p:txBody>
                <a:bodyPr/>
                <a:lstStyle/>
                <a:p>
                  <a:endParaRPr lang="en-US"/>
                </a:p>
              </p:txBody>
            </p:sp>
            <p:sp>
              <p:nvSpPr>
                <p:cNvPr id="78" name="Rectangle 77">
                  <a:extLst>
                    <a:ext uri="{FF2B5EF4-FFF2-40B4-BE49-F238E27FC236}">
                      <a16:creationId xmlns:a16="http://schemas.microsoft.com/office/drawing/2014/main" id="{DDC12380-FC7C-5F78-766B-39BA659D701F}"/>
                    </a:ext>
                  </a:extLst>
                </p:cNvPr>
                <p:cNvSpPr/>
                <p:nvPr/>
              </p:nvSpPr>
              <p:spPr>
                <a:xfrm>
                  <a:off x="7450556" y="4894372"/>
                  <a:ext cx="11659" cy="59143"/>
                </a:xfrm>
                <a:prstGeom prst="rect">
                  <a:avLst/>
                </a:prstGeom>
                <a:grpFill/>
                <a:ln w="2699" cap="flat">
                  <a:noFill/>
                  <a:prstDash val="solid"/>
                  <a:miter/>
                </a:ln>
              </p:spPr>
              <p:txBody>
                <a:bodyPr/>
                <a:lstStyle/>
                <a:p>
                  <a:endParaRPr lang="en-US"/>
                </a:p>
              </p:txBody>
            </p:sp>
            <p:sp>
              <p:nvSpPr>
                <p:cNvPr id="79" name="Freeform 78">
                  <a:extLst>
                    <a:ext uri="{FF2B5EF4-FFF2-40B4-BE49-F238E27FC236}">
                      <a16:creationId xmlns:a16="http://schemas.microsoft.com/office/drawing/2014/main" id="{184A09A8-B17C-AB7B-CF89-1F1C0E7B34BA}"/>
                    </a:ext>
                  </a:extLst>
                </p:cNvPr>
                <p:cNvSpPr/>
                <p:nvPr/>
              </p:nvSpPr>
              <p:spPr>
                <a:xfrm>
                  <a:off x="7496734"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grpFill/>
                <a:ln w="2699" cap="flat">
                  <a:noFill/>
                  <a:prstDash val="solid"/>
                  <a:miter/>
                </a:ln>
              </p:spPr>
              <p:txBody>
                <a:bodyPr/>
                <a:lstStyle/>
                <a:p>
                  <a:endParaRPr lang="en-US"/>
                </a:p>
              </p:txBody>
            </p:sp>
          </p:grpSp>
          <p:sp>
            <p:nvSpPr>
              <p:cNvPr id="71" name="Freeform 70">
                <a:extLst>
                  <a:ext uri="{FF2B5EF4-FFF2-40B4-BE49-F238E27FC236}">
                    <a16:creationId xmlns:a16="http://schemas.microsoft.com/office/drawing/2014/main" id="{F8CBE247-6AC6-4B5F-5AAF-54AF3E60EEC7}"/>
                  </a:ext>
                </a:extLst>
              </p:cNvPr>
              <p:cNvSpPr/>
              <p:nvPr/>
            </p:nvSpPr>
            <p:spPr>
              <a:xfrm>
                <a:off x="7449633"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grpFill/>
              <a:ln w="2699" cap="flat">
                <a:noFill/>
                <a:prstDash val="solid"/>
                <a:miter/>
              </a:ln>
            </p:spPr>
            <p:txBody>
              <a:bodyPr/>
              <a:lstStyle/>
              <a:p>
                <a:endParaRPr lang="en-US"/>
              </a:p>
            </p:txBody>
          </p:sp>
        </p:grpSp>
        <p:sp>
          <p:nvSpPr>
            <p:cNvPr id="64" name="Freeform 63">
              <a:extLst>
                <a:ext uri="{FF2B5EF4-FFF2-40B4-BE49-F238E27FC236}">
                  <a16:creationId xmlns:a16="http://schemas.microsoft.com/office/drawing/2014/main" id="{2A7C7D74-20CD-CD5F-D447-1CCF65A1AE61}"/>
                </a:ext>
              </a:extLst>
            </p:cNvPr>
            <p:cNvSpPr/>
            <p:nvPr/>
          </p:nvSpPr>
          <p:spPr>
            <a:xfrm>
              <a:off x="6833129"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grpFill/>
            <a:ln w="2699" cap="flat">
              <a:noFill/>
              <a:prstDash val="solid"/>
              <a:miter/>
            </a:ln>
          </p:spPr>
          <p:txBody>
            <a:bodyPr/>
            <a:lstStyle/>
            <a:p>
              <a:endParaRPr lang="en-US"/>
            </a:p>
          </p:txBody>
        </p:sp>
        <p:sp>
          <p:nvSpPr>
            <p:cNvPr id="65" name="Freeform 64">
              <a:extLst>
                <a:ext uri="{FF2B5EF4-FFF2-40B4-BE49-F238E27FC236}">
                  <a16:creationId xmlns:a16="http://schemas.microsoft.com/office/drawing/2014/main" id="{55431B91-3C02-2438-908A-B16EC834C548}"/>
                </a:ext>
              </a:extLst>
            </p:cNvPr>
            <p:cNvSpPr/>
            <p:nvPr/>
          </p:nvSpPr>
          <p:spPr>
            <a:xfrm>
              <a:off x="7184845"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grpFill/>
            <a:ln w="2699" cap="flat">
              <a:noFill/>
              <a:prstDash val="solid"/>
              <a:miter/>
            </a:ln>
          </p:spPr>
          <p:txBody>
            <a:bodyPr/>
            <a:lstStyle/>
            <a:p>
              <a:endParaRPr lang="en-US"/>
            </a:p>
          </p:txBody>
        </p:sp>
        <p:sp>
          <p:nvSpPr>
            <p:cNvPr id="66" name="Freeform 65">
              <a:extLst>
                <a:ext uri="{FF2B5EF4-FFF2-40B4-BE49-F238E27FC236}">
                  <a16:creationId xmlns:a16="http://schemas.microsoft.com/office/drawing/2014/main" id="{24315FC4-5E77-8E01-A6BB-F86DAFB833B5}"/>
                </a:ext>
              </a:extLst>
            </p:cNvPr>
            <p:cNvSpPr/>
            <p:nvPr/>
          </p:nvSpPr>
          <p:spPr>
            <a:xfrm>
              <a:off x="6594768"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grpFill/>
            <a:ln w="2699" cap="flat">
              <a:noFill/>
              <a:prstDash val="solid"/>
              <a:miter/>
            </a:ln>
          </p:spPr>
          <p:txBody>
            <a:bodyPr/>
            <a:lstStyle/>
            <a:p>
              <a:endParaRPr lang="en-US"/>
            </a:p>
          </p:txBody>
        </p:sp>
        <p:grpSp>
          <p:nvGrpSpPr>
            <p:cNvPr id="67" name="Picture 8">
              <a:extLst>
                <a:ext uri="{FF2B5EF4-FFF2-40B4-BE49-F238E27FC236}">
                  <a16:creationId xmlns:a16="http://schemas.microsoft.com/office/drawing/2014/main" id="{8C914F8D-408A-B9C1-E67B-0F0EC9A3D19B}"/>
                </a:ext>
                <a:ext uri="{C183D7F6-B498-43B3-948B-1728B52AA6E4}">
                  <adec:decorative xmlns:adec="http://schemas.microsoft.com/office/drawing/2017/decorative" val="1"/>
                </a:ext>
              </a:extLst>
            </p:cNvPr>
            <p:cNvGrpSpPr/>
            <p:nvPr/>
          </p:nvGrpSpPr>
          <p:grpSpPr>
            <a:xfrm>
              <a:off x="7551534" y="4878884"/>
              <a:ext cx="18194" cy="9514"/>
              <a:chOff x="7551534" y="4878884"/>
              <a:chExt cx="18194" cy="9514"/>
            </a:xfrm>
            <a:grpFill/>
          </p:grpSpPr>
          <p:sp>
            <p:nvSpPr>
              <p:cNvPr id="68" name="Freeform 67">
                <a:extLst>
                  <a:ext uri="{FF2B5EF4-FFF2-40B4-BE49-F238E27FC236}">
                    <a16:creationId xmlns:a16="http://schemas.microsoft.com/office/drawing/2014/main" id="{8C6EB780-BCD9-0976-1868-BBBA4ADD44BF}"/>
                  </a:ext>
                </a:extLst>
              </p:cNvPr>
              <p:cNvSpPr/>
              <p:nvPr/>
            </p:nvSpPr>
            <p:spPr>
              <a:xfrm>
                <a:off x="7551534"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grpFill/>
              <a:ln w="2699" cap="flat">
                <a:noFill/>
                <a:prstDash val="solid"/>
                <a:miter/>
              </a:ln>
            </p:spPr>
            <p:txBody>
              <a:bodyPr/>
              <a:lstStyle/>
              <a:p>
                <a:endParaRPr lang="en-US"/>
              </a:p>
            </p:txBody>
          </p:sp>
          <p:sp>
            <p:nvSpPr>
              <p:cNvPr id="69" name="Freeform 68">
                <a:extLst>
                  <a:ext uri="{FF2B5EF4-FFF2-40B4-BE49-F238E27FC236}">
                    <a16:creationId xmlns:a16="http://schemas.microsoft.com/office/drawing/2014/main" id="{517EAD80-4E70-9216-82A8-161E2CC54C1E}"/>
                  </a:ext>
                </a:extLst>
              </p:cNvPr>
              <p:cNvSpPr/>
              <p:nvPr/>
            </p:nvSpPr>
            <p:spPr>
              <a:xfrm>
                <a:off x="7560807"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grpFill/>
              <a:ln w="2699" cap="flat">
                <a:noFill/>
                <a:prstDash val="solid"/>
                <a:miter/>
              </a:ln>
            </p:spPr>
            <p:txBody>
              <a:bodyPr/>
              <a:lstStyle/>
              <a:p>
                <a:endParaRPr lang="en-US"/>
              </a:p>
            </p:txBody>
          </p:sp>
        </p:grpSp>
      </p:grpSp>
    </p:spTree>
    <p:extLst>
      <p:ext uri="{BB962C8B-B14F-4D97-AF65-F5344CB8AC3E}">
        <p14:creationId xmlns:p14="http://schemas.microsoft.com/office/powerpoint/2010/main" val="1306486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4841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76916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37259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41366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42018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36997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174231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s">
    <p:bg>
      <p:bgPr>
        <a:solidFill>
          <a:schemeClr val="bg1"/>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 uri="{C183D7F6-B498-43B3-948B-1728B52AA6E4}">
                <adec:decorative xmlns:adec="http://schemas.microsoft.com/office/drawing/2017/decorative" val="0"/>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15770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779217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alphaModFix amt="81000"/>
            <a:extLst>
              <a:ext uri="{28A0092B-C50C-407E-A947-70E740481C1C}">
                <a14:useLocalDpi xmlns:a14="http://schemas.microsoft.com/office/drawing/2010/main"/>
              </a:ext>
            </a:extLst>
          </a:blip>
          <a:srcRect l="1619" t="1619"/>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66118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904508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142494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575736797"/>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094319507"/>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tx1"/>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tx1"/>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16145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857256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85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grpSp>
        <p:nvGrpSpPr>
          <p:cNvPr id="4" name="Group 3">
            <a:extLst>
              <a:ext uri="{FF2B5EF4-FFF2-40B4-BE49-F238E27FC236}">
                <a16:creationId xmlns:a16="http://schemas.microsoft.com/office/drawing/2014/main" id="{50224C2C-5B4C-4BD7-EA34-E6AE001A0BEA}"/>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a:solidFill>
            <a:schemeClr val="bg2"/>
          </a:solidFill>
        </p:grpSpPr>
        <p:grpSp>
          <p:nvGrpSpPr>
            <p:cNvPr id="5" name="Picture 8">
              <a:extLst>
                <a:ext uri="{FF2B5EF4-FFF2-40B4-BE49-F238E27FC236}">
                  <a16:creationId xmlns:a16="http://schemas.microsoft.com/office/drawing/2014/main" id="{76AAD258-9E83-15A9-1F74-253BCA4B8381}"/>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grpFill/>
          </p:grpSpPr>
          <p:grpSp>
            <p:nvGrpSpPr>
              <p:cNvPr id="14" name="Picture 8">
                <a:extLst>
                  <a:ext uri="{FF2B5EF4-FFF2-40B4-BE49-F238E27FC236}">
                    <a16:creationId xmlns:a16="http://schemas.microsoft.com/office/drawing/2014/main" id="{27957BD5-4C79-D4E1-67CA-48F39F52B606}"/>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grpFill/>
            </p:grpSpPr>
            <p:sp>
              <p:nvSpPr>
                <p:cNvPr id="16" name="Freeform 15">
                  <a:extLst>
                    <a:ext uri="{FF2B5EF4-FFF2-40B4-BE49-F238E27FC236}">
                      <a16:creationId xmlns:a16="http://schemas.microsoft.com/office/drawing/2014/main" id="{16E08856-FB46-D36C-B198-0820F638DFCC}"/>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grpFill/>
                <a:ln w="2699" cap="flat">
                  <a:noFill/>
                  <a:prstDash val="solid"/>
                  <a:miter/>
                </a:ln>
              </p:spPr>
              <p:txBody>
                <a:bodyPr/>
                <a:lstStyle/>
                <a:p>
                  <a:endParaRPr lang="en-US"/>
                </a:p>
              </p:txBody>
            </p:sp>
            <p:sp>
              <p:nvSpPr>
                <p:cNvPr id="17" name="Rectangle 16">
                  <a:extLst>
                    <a:ext uri="{FF2B5EF4-FFF2-40B4-BE49-F238E27FC236}">
                      <a16:creationId xmlns:a16="http://schemas.microsoft.com/office/drawing/2014/main" id="{0B552631-FACB-731B-0B00-85C45CA6BA29}"/>
                    </a:ext>
                  </a:extLst>
                </p:cNvPr>
                <p:cNvSpPr/>
                <p:nvPr/>
              </p:nvSpPr>
              <p:spPr>
                <a:xfrm>
                  <a:off x="8216890" y="4863773"/>
                  <a:ext cx="11686" cy="89742"/>
                </a:xfrm>
                <a:prstGeom prst="rect">
                  <a:avLst/>
                </a:prstGeom>
                <a:grpFill/>
                <a:ln w="2699" cap="flat">
                  <a:noFill/>
                  <a:prstDash val="solid"/>
                  <a:miter/>
                </a:ln>
              </p:spPr>
              <p:txBody>
                <a:bodyPr/>
                <a:lstStyle/>
                <a:p>
                  <a:endParaRPr lang="en-US"/>
                </a:p>
              </p:txBody>
            </p:sp>
            <p:sp>
              <p:nvSpPr>
                <p:cNvPr id="18" name="Freeform 17">
                  <a:extLst>
                    <a:ext uri="{FF2B5EF4-FFF2-40B4-BE49-F238E27FC236}">
                      <a16:creationId xmlns:a16="http://schemas.microsoft.com/office/drawing/2014/main" id="{836054C4-D1F8-129F-4C57-1069DF4620E5}"/>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grpFill/>
                <a:ln w="2699" cap="flat">
                  <a:noFill/>
                  <a:prstDash val="solid"/>
                  <a:miter/>
                </a:ln>
              </p:spPr>
              <p:txBody>
                <a:bodyPr/>
                <a:lstStyle/>
                <a:p>
                  <a:endParaRPr lang="en-US"/>
                </a:p>
              </p:txBody>
            </p:sp>
            <p:sp>
              <p:nvSpPr>
                <p:cNvPr id="19" name="Freeform 18">
                  <a:extLst>
                    <a:ext uri="{FF2B5EF4-FFF2-40B4-BE49-F238E27FC236}">
                      <a16:creationId xmlns:a16="http://schemas.microsoft.com/office/drawing/2014/main" id="{D3ABB27F-97C3-8E4B-2F82-26203965D091}"/>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grpFill/>
                <a:ln w="2699" cap="flat">
                  <a:noFill/>
                  <a:prstDash val="solid"/>
                  <a:miter/>
                </a:ln>
              </p:spPr>
              <p:txBody>
                <a:bodyPr/>
                <a:lstStyle/>
                <a:p>
                  <a:endParaRPr lang="en-US"/>
                </a:p>
              </p:txBody>
            </p:sp>
            <p:sp>
              <p:nvSpPr>
                <p:cNvPr id="20" name="Freeform 19">
                  <a:extLst>
                    <a:ext uri="{FF2B5EF4-FFF2-40B4-BE49-F238E27FC236}">
                      <a16:creationId xmlns:a16="http://schemas.microsoft.com/office/drawing/2014/main" id="{0BB830B2-90E2-85E1-DB8B-02DD4042F94F}"/>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grp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DF53D5E6-B5B6-B1F8-84B8-7304AA7202BC}"/>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grpFill/>
                <a:ln w="2699" cap="flat">
                  <a:noFill/>
                  <a:prstDash val="solid"/>
                  <a:miter/>
                </a:ln>
              </p:spPr>
              <p:txBody>
                <a:bodyPr/>
                <a:lstStyle/>
                <a:p>
                  <a:endParaRPr lang="en-US"/>
                </a:p>
              </p:txBody>
            </p:sp>
            <p:sp>
              <p:nvSpPr>
                <p:cNvPr id="22" name="Rectangle 21">
                  <a:extLst>
                    <a:ext uri="{FF2B5EF4-FFF2-40B4-BE49-F238E27FC236}">
                      <a16:creationId xmlns:a16="http://schemas.microsoft.com/office/drawing/2014/main" id="{8C8DEA5B-A232-36CF-DBC9-6EC8D9BE4CFF}"/>
                    </a:ext>
                  </a:extLst>
                </p:cNvPr>
                <p:cNvSpPr/>
                <p:nvPr/>
              </p:nvSpPr>
              <p:spPr>
                <a:xfrm>
                  <a:off x="8566434" y="4894372"/>
                  <a:ext cx="11659" cy="59143"/>
                </a:xfrm>
                <a:prstGeom prst="rect">
                  <a:avLst/>
                </a:prstGeom>
                <a:grp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7C86F455-4951-E1E2-2E33-4B7869030FFB}"/>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grpFill/>
                <a:ln w="2699" cap="flat">
                  <a:noFill/>
                  <a:prstDash val="solid"/>
                  <a:miter/>
                </a:ln>
              </p:spPr>
              <p:txBody>
                <a:bodyPr/>
                <a:lstStyle/>
                <a:p>
                  <a:endParaRPr lang="en-US"/>
                </a:p>
              </p:txBody>
            </p:sp>
          </p:grpSp>
          <p:sp>
            <p:nvSpPr>
              <p:cNvPr id="15" name="Freeform 14">
                <a:extLst>
                  <a:ext uri="{FF2B5EF4-FFF2-40B4-BE49-F238E27FC236}">
                    <a16:creationId xmlns:a16="http://schemas.microsoft.com/office/drawing/2014/main" id="{B36D801B-DE4A-7BE9-01B9-895ADC76ADF8}"/>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grpFill/>
              <a:ln w="2699" cap="flat">
                <a:noFill/>
                <a:prstDash val="solid"/>
                <a:miter/>
              </a:ln>
            </p:spPr>
            <p:txBody>
              <a:bodyPr/>
              <a:lstStyle/>
              <a:p>
                <a:endParaRPr lang="en-US"/>
              </a:p>
            </p:txBody>
          </p:sp>
        </p:grpSp>
        <p:sp>
          <p:nvSpPr>
            <p:cNvPr id="6" name="Freeform 5">
              <a:extLst>
                <a:ext uri="{FF2B5EF4-FFF2-40B4-BE49-F238E27FC236}">
                  <a16:creationId xmlns:a16="http://schemas.microsoft.com/office/drawing/2014/main" id="{0972AED6-F96B-2AD6-60CA-739CF19273BC}"/>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grpFill/>
            <a:ln w="2699" cap="flat">
              <a:noFill/>
              <a:prstDash val="solid"/>
              <a:miter/>
            </a:ln>
          </p:spPr>
          <p:txBody>
            <a:bodyPr/>
            <a:lstStyle/>
            <a:p>
              <a:endParaRPr lang="en-US"/>
            </a:p>
          </p:txBody>
        </p:sp>
        <p:sp>
          <p:nvSpPr>
            <p:cNvPr id="7" name="Freeform 6">
              <a:extLst>
                <a:ext uri="{FF2B5EF4-FFF2-40B4-BE49-F238E27FC236}">
                  <a16:creationId xmlns:a16="http://schemas.microsoft.com/office/drawing/2014/main" id="{C95A6D6A-C115-891C-5DFB-874E7571DA4F}"/>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grpFill/>
            <a:ln w="2699" cap="flat">
              <a:noFill/>
              <a:prstDash val="solid"/>
              <a:miter/>
            </a:ln>
          </p:spPr>
          <p:txBody>
            <a:bodyPr/>
            <a:lstStyle/>
            <a:p>
              <a:endParaRPr lang="en-US"/>
            </a:p>
          </p:txBody>
        </p:sp>
        <p:sp>
          <p:nvSpPr>
            <p:cNvPr id="10" name="Freeform 9">
              <a:extLst>
                <a:ext uri="{FF2B5EF4-FFF2-40B4-BE49-F238E27FC236}">
                  <a16:creationId xmlns:a16="http://schemas.microsoft.com/office/drawing/2014/main" id="{25950ED0-F813-8C65-B255-1336DBDA9DD6}"/>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grpFill/>
            <a:ln w="2699" cap="flat">
              <a:noFill/>
              <a:prstDash val="solid"/>
              <a:miter/>
            </a:ln>
          </p:spPr>
          <p:txBody>
            <a:bodyPr/>
            <a:lstStyle/>
            <a:p>
              <a:endParaRPr lang="en-US"/>
            </a:p>
          </p:txBody>
        </p:sp>
        <p:grpSp>
          <p:nvGrpSpPr>
            <p:cNvPr id="11" name="Picture 8">
              <a:extLst>
                <a:ext uri="{FF2B5EF4-FFF2-40B4-BE49-F238E27FC236}">
                  <a16:creationId xmlns:a16="http://schemas.microsoft.com/office/drawing/2014/main" id="{93ACF061-0E43-C74B-20DE-A2457394E908}"/>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grpFill/>
          </p:grpSpPr>
          <p:sp>
            <p:nvSpPr>
              <p:cNvPr id="12" name="Freeform 11">
                <a:extLst>
                  <a:ext uri="{FF2B5EF4-FFF2-40B4-BE49-F238E27FC236}">
                    <a16:creationId xmlns:a16="http://schemas.microsoft.com/office/drawing/2014/main" id="{F511C5D7-647E-FB4F-A84F-7E63A46B291F}"/>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grpFill/>
              <a:ln w="2699" cap="flat">
                <a:noFill/>
                <a:prstDash val="solid"/>
                <a:miter/>
              </a:ln>
            </p:spPr>
            <p:txBody>
              <a:bodyPr/>
              <a:lstStyle/>
              <a:p>
                <a:endParaRPr lang="en-US"/>
              </a:p>
            </p:txBody>
          </p:sp>
          <p:sp>
            <p:nvSpPr>
              <p:cNvPr id="13" name="Freeform 12">
                <a:extLst>
                  <a:ext uri="{FF2B5EF4-FFF2-40B4-BE49-F238E27FC236}">
                    <a16:creationId xmlns:a16="http://schemas.microsoft.com/office/drawing/2014/main" id="{7F6765CD-E5FC-5230-5664-847EF7E1A5B3}"/>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grpFill/>
              <a:ln w="2699" cap="flat">
                <a:noFill/>
                <a:prstDash val="solid"/>
                <a:miter/>
              </a:ln>
            </p:spPr>
            <p:txBody>
              <a:bodyPr/>
              <a:lstStyle/>
              <a:p>
                <a:endParaRPr lang="en-US"/>
              </a:p>
            </p:txBody>
          </p:sp>
        </p:grpSp>
      </p:grpSp>
    </p:spTree>
    <p:extLst>
      <p:ext uri="{BB962C8B-B14F-4D97-AF65-F5344CB8AC3E}">
        <p14:creationId xmlns:p14="http://schemas.microsoft.com/office/powerpoint/2010/main" val="3331431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713434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tx1"/>
                </a:solidFill>
                <a:latin typeface="+mj-lt"/>
                <a:ea typeface="+mj-ea"/>
                <a:cs typeface="Arial"/>
              </a:rPr>
              <a:t>Advancing Energy</a:t>
            </a:r>
            <a:r>
              <a:rPr lang="en-US" sz="3400" b="0" kern="1200" baseline="0">
                <a:solidFill>
                  <a:schemeClr val="tx1"/>
                </a:solidFill>
                <a:latin typeface="+mj-lt"/>
                <a:ea typeface="+mn-ea"/>
                <a:cs typeface="Arial"/>
              </a:rPr>
              <a:t> </a:t>
            </a:r>
            <a:r>
              <a:rPr lang="en-US" sz="3400" b="0" kern="1200" baseline="0">
                <a:solidFill>
                  <a:schemeClr val="tx1"/>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64128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tx1"/>
                </a:solidFill>
                <a:effectLst/>
                <a:uLnTx/>
                <a:uFillTx/>
                <a:latin typeface="+mj-lt"/>
              </a:rPr>
              <a:t>s</a:t>
            </a:r>
            <a:r>
              <a:rPr kumimoji="0" lang="en-PL" sz="1400" b="0" i="0" u="none" strike="noStrike" kern="0" cap="none" spc="0" normalizeH="0" baseline="0" noProof="0">
                <a:ln>
                  <a:noFill/>
                </a:ln>
                <a:solidFill>
                  <a:schemeClr val="tx1"/>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tx1"/>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Schneider Electric trademark</a:t>
            </a:r>
            <a:r>
              <a:rPr lang="en-US" sz="800">
                <a:solidFill>
                  <a:schemeClr val="tx1"/>
                </a:solidFill>
                <a:latin typeface="+mn-lt"/>
                <a:cs typeface="Arial"/>
              </a:rPr>
              <a:t> </a:t>
            </a:r>
            <a:r>
              <a:rPr kumimoji="0" lang="en-US" sz="800" b="0" i="0" u="none" strike="noStrike" kern="1200" cap="none" spc="0" normalizeH="0" baseline="0" noProof="0">
                <a:ln>
                  <a:noFill/>
                </a:ln>
                <a:solidFill>
                  <a:schemeClr val="tx1"/>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F3BDF793-83A2-8B48-C392-47BD7BA11857}"/>
              </a:ext>
              <a:ext uri="{C183D7F6-B498-43B3-948B-1728B52AA6E4}">
                <adec:decorative xmlns:adec="http://schemas.microsoft.com/office/drawing/2017/decorative" val="1"/>
              </a:ext>
            </a:extLst>
          </p:cNvPr>
          <p:cNvGrpSpPr/>
          <p:nvPr userDrawn="1"/>
        </p:nvGrpSpPr>
        <p:grpSpPr>
          <a:xfrm>
            <a:off x="3304931" y="2195269"/>
            <a:ext cx="2534135" cy="752962"/>
            <a:chOff x="7710646" y="4687803"/>
            <a:chExt cx="975015" cy="289704"/>
          </a:xfrm>
          <a:solidFill>
            <a:schemeClr val="bg2"/>
          </a:solidFill>
        </p:grpSpPr>
        <p:grpSp>
          <p:nvGrpSpPr>
            <p:cNvPr id="4" name="Picture 8">
              <a:extLst>
                <a:ext uri="{FF2B5EF4-FFF2-40B4-BE49-F238E27FC236}">
                  <a16:creationId xmlns:a16="http://schemas.microsoft.com/office/drawing/2014/main" id="{C5F8C7B0-B8D3-A3E7-46E2-9B61721AFE6C}"/>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grpFill/>
          </p:grpSpPr>
          <p:grpSp>
            <p:nvGrpSpPr>
              <p:cNvPr id="20" name="Picture 8">
                <a:extLst>
                  <a:ext uri="{FF2B5EF4-FFF2-40B4-BE49-F238E27FC236}">
                    <a16:creationId xmlns:a16="http://schemas.microsoft.com/office/drawing/2014/main" id="{4A053A19-C199-75A4-699A-BFD82341BCC5}"/>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grpFill/>
            </p:grpSpPr>
            <p:sp>
              <p:nvSpPr>
                <p:cNvPr id="22" name="Freeform 21">
                  <a:extLst>
                    <a:ext uri="{FF2B5EF4-FFF2-40B4-BE49-F238E27FC236}">
                      <a16:creationId xmlns:a16="http://schemas.microsoft.com/office/drawing/2014/main" id="{893E8E4B-91E0-E170-8A2A-10B13450F3DF}"/>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grpFill/>
                <a:ln w="2699" cap="flat">
                  <a:noFill/>
                  <a:prstDash val="solid"/>
                  <a:miter/>
                </a:ln>
              </p:spPr>
              <p:txBody>
                <a:bodyPr/>
                <a:lstStyle/>
                <a:p>
                  <a:endParaRPr lang="en-US"/>
                </a:p>
              </p:txBody>
            </p:sp>
            <p:sp>
              <p:nvSpPr>
                <p:cNvPr id="23" name="Rectangle 22">
                  <a:extLst>
                    <a:ext uri="{FF2B5EF4-FFF2-40B4-BE49-F238E27FC236}">
                      <a16:creationId xmlns:a16="http://schemas.microsoft.com/office/drawing/2014/main" id="{88CB5A13-C606-9EB8-F208-297F087694BD}"/>
                    </a:ext>
                  </a:extLst>
                </p:cNvPr>
                <p:cNvSpPr/>
                <p:nvPr/>
              </p:nvSpPr>
              <p:spPr>
                <a:xfrm>
                  <a:off x="8216890" y="4863773"/>
                  <a:ext cx="11686" cy="89742"/>
                </a:xfrm>
                <a:prstGeom prst="rect">
                  <a:avLst/>
                </a:prstGeom>
                <a:grpFill/>
                <a:ln w="2699" cap="flat">
                  <a:noFill/>
                  <a:prstDash val="solid"/>
                  <a:miter/>
                </a:ln>
              </p:spPr>
              <p:txBody>
                <a:bodyPr/>
                <a:lstStyle/>
                <a:p>
                  <a:endParaRPr lang="en-US"/>
                </a:p>
              </p:txBody>
            </p:sp>
            <p:sp>
              <p:nvSpPr>
                <p:cNvPr id="24" name="Freeform 23">
                  <a:extLst>
                    <a:ext uri="{FF2B5EF4-FFF2-40B4-BE49-F238E27FC236}">
                      <a16:creationId xmlns:a16="http://schemas.microsoft.com/office/drawing/2014/main" id="{D916148A-7A26-98E4-F151-78DC4FB63299}"/>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grpFill/>
                <a:ln w="2699" cap="flat">
                  <a:noFill/>
                  <a:prstDash val="solid"/>
                  <a:miter/>
                </a:ln>
              </p:spPr>
              <p:txBody>
                <a:bodyPr/>
                <a:lstStyle/>
                <a:p>
                  <a:endParaRPr lang="en-US"/>
                </a:p>
              </p:txBody>
            </p:sp>
            <p:sp>
              <p:nvSpPr>
                <p:cNvPr id="25" name="Freeform 24">
                  <a:extLst>
                    <a:ext uri="{FF2B5EF4-FFF2-40B4-BE49-F238E27FC236}">
                      <a16:creationId xmlns:a16="http://schemas.microsoft.com/office/drawing/2014/main" id="{1A31DE38-37C3-2C02-00F4-24274B7379A5}"/>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grpFill/>
                <a:ln w="2699" cap="flat">
                  <a:noFill/>
                  <a:prstDash val="solid"/>
                  <a:miter/>
                </a:ln>
              </p:spPr>
              <p:txBody>
                <a:bodyPr/>
                <a:lstStyle/>
                <a:p>
                  <a:endParaRPr lang="en-US"/>
                </a:p>
              </p:txBody>
            </p:sp>
            <p:sp>
              <p:nvSpPr>
                <p:cNvPr id="26" name="Freeform 25">
                  <a:extLst>
                    <a:ext uri="{FF2B5EF4-FFF2-40B4-BE49-F238E27FC236}">
                      <a16:creationId xmlns:a16="http://schemas.microsoft.com/office/drawing/2014/main" id="{BC2CB2DE-DC35-4237-D5E2-04E760869C06}"/>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grpFill/>
                <a:ln w="2699" cap="flat">
                  <a:noFill/>
                  <a:prstDash val="solid"/>
                  <a:miter/>
                </a:ln>
              </p:spPr>
              <p:txBody>
                <a:bodyPr/>
                <a:lstStyle/>
                <a:p>
                  <a:endParaRPr lang="en-US"/>
                </a:p>
              </p:txBody>
            </p:sp>
            <p:sp>
              <p:nvSpPr>
                <p:cNvPr id="27" name="Freeform 26">
                  <a:extLst>
                    <a:ext uri="{FF2B5EF4-FFF2-40B4-BE49-F238E27FC236}">
                      <a16:creationId xmlns:a16="http://schemas.microsoft.com/office/drawing/2014/main" id="{A837C1EF-7443-B7A2-CF93-D99D650F7E69}"/>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grpFill/>
                <a:ln w="2699" cap="flat">
                  <a:noFill/>
                  <a:prstDash val="solid"/>
                  <a:miter/>
                </a:ln>
              </p:spPr>
              <p:txBody>
                <a:bodyPr/>
                <a:lstStyle/>
                <a:p>
                  <a:endParaRPr lang="en-US"/>
                </a:p>
              </p:txBody>
            </p:sp>
            <p:sp>
              <p:nvSpPr>
                <p:cNvPr id="28" name="Rectangle 27">
                  <a:extLst>
                    <a:ext uri="{FF2B5EF4-FFF2-40B4-BE49-F238E27FC236}">
                      <a16:creationId xmlns:a16="http://schemas.microsoft.com/office/drawing/2014/main" id="{F23ADCAA-30BA-9E17-86EC-D711F90B928B}"/>
                    </a:ext>
                  </a:extLst>
                </p:cNvPr>
                <p:cNvSpPr/>
                <p:nvPr/>
              </p:nvSpPr>
              <p:spPr>
                <a:xfrm>
                  <a:off x="8566434" y="4894372"/>
                  <a:ext cx="11659" cy="59143"/>
                </a:xfrm>
                <a:prstGeom prst="rect">
                  <a:avLst/>
                </a:prstGeom>
                <a:grpFill/>
                <a:ln w="2699" cap="flat">
                  <a:noFill/>
                  <a:prstDash val="solid"/>
                  <a:miter/>
                </a:ln>
              </p:spPr>
              <p:txBody>
                <a:bodyPr/>
                <a:lstStyle/>
                <a:p>
                  <a:endParaRPr lang="en-US"/>
                </a:p>
              </p:txBody>
            </p:sp>
            <p:sp>
              <p:nvSpPr>
                <p:cNvPr id="29" name="Freeform 28">
                  <a:extLst>
                    <a:ext uri="{FF2B5EF4-FFF2-40B4-BE49-F238E27FC236}">
                      <a16:creationId xmlns:a16="http://schemas.microsoft.com/office/drawing/2014/main" id="{110245F8-5C2C-12AB-B2F1-6CA6D53228CD}"/>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grpFill/>
                <a:ln w="2699" cap="flat">
                  <a:noFill/>
                  <a:prstDash val="solid"/>
                  <a:miter/>
                </a:ln>
              </p:spPr>
              <p:txBody>
                <a:bodyPr/>
                <a:lstStyle/>
                <a:p>
                  <a:endParaRPr lang="en-US"/>
                </a:p>
              </p:txBody>
            </p:sp>
          </p:grpSp>
          <p:sp>
            <p:nvSpPr>
              <p:cNvPr id="21" name="Freeform 20">
                <a:extLst>
                  <a:ext uri="{FF2B5EF4-FFF2-40B4-BE49-F238E27FC236}">
                    <a16:creationId xmlns:a16="http://schemas.microsoft.com/office/drawing/2014/main" id="{879F514C-181F-2F7D-2725-080AE622DF38}"/>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grpFill/>
              <a:ln w="2699" cap="flat">
                <a:noFill/>
                <a:prstDash val="solid"/>
                <a:miter/>
              </a:ln>
            </p:spPr>
            <p:txBody>
              <a:bodyPr/>
              <a:lstStyle/>
              <a:p>
                <a:endParaRPr lang="en-US"/>
              </a:p>
            </p:txBody>
          </p:sp>
        </p:grpSp>
        <p:sp>
          <p:nvSpPr>
            <p:cNvPr id="5" name="Freeform 4">
              <a:extLst>
                <a:ext uri="{FF2B5EF4-FFF2-40B4-BE49-F238E27FC236}">
                  <a16:creationId xmlns:a16="http://schemas.microsoft.com/office/drawing/2014/main" id="{3984F913-769E-5D77-239B-042D298C03A4}"/>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grpFill/>
            <a:ln w="2699" cap="flat">
              <a:noFill/>
              <a:prstDash val="solid"/>
              <a:miter/>
            </a:ln>
          </p:spPr>
          <p:txBody>
            <a:bodyPr/>
            <a:lstStyle/>
            <a:p>
              <a:endParaRPr lang="en-US"/>
            </a:p>
          </p:txBody>
        </p:sp>
        <p:sp>
          <p:nvSpPr>
            <p:cNvPr id="9" name="Freeform 8">
              <a:extLst>
                <a:ext uri="{FF2B5EF4-FFF2-40B4-BE49-F238E27FC236}">
                  <a16:creationId xmlns:a16="http://schemas.microsoft.com/office/drawing/2014/main" id="{9A0E8642-D6D2-B4F1-3110-19441D2426A8}"/>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grpFill/>
            <a:ln w="2699" cap="flat">
              <a:noFill/>
              <a:prstDash val="solid"/>
              <a:miter/>
            </a:ln>
          </p:spPr>
          <p:txBody>
            <a:bodyPr/>
            <a:lstStyle/>
            <a:p>
              <a:endParaRPr lang="en-US"/>
            </a:p>
          </p:txBody>
        </p:sp>
        <p:sp>
          <p:nvSpPr>
            <p:cNvPr id="10" name="Freeform 9">
              <a:extLst>
                <a:ext uri="{FF2B5EF4-FFF2-40B4-BE49-F238E27FC236}">
                  <a16:creationId xmlns:a16="http://schemas.microsoft.com/office/drawing/2014/main" id="{0BBBB19F-A768-6290-26E0-2818678C7EF2}"/>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grpFill/>
            <a:ln w="2699" cap="flat">
              <a:noFill/>
              <a:prstDash val="solid"/>
              <a:miter/>
            </a:ln>
          </p:spPr>
          <p:txBody>
            <a:bodyPr/>
            <a:lstStyle/>
            <a:p>
              <a:endParaRPr lang="en-US"/>
            </a:p>
          </p:txBody>
        </p:sp>
        <p:grpSp>
          <p:nvGrpSpPr>
            <p:cNvPr id="17" name="Picture 8">
              <a:extLst>
                <a:ext uri="{FF2B5EF4-FFF2-40B4-BE49-F238E27FC236}">
                  <a16:creationId xmlns:a16="http://schemas.microsoft.com/office/drawing/2014/main" id="{F27BEC1E-3BEF-6795-DD5B-2BD3B5201414}"/>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grpFill/>
          </p:grpSpPr>
          <p:sp>
            <p:nvSpPr>
              <p:cNvPr id="18" name="Freeform 17">
                <a:extLst>
                  <a:ext uri="{FF2B5EF4-FFF2-40B4-BE49-F238E27FC236}">
                    <a16:creationId xmlns:a16="http://schemas.microsoft.com/office/drawing/2014/main" id="{15524C62-A125-E889-D31A-B7CBCF1E8846}"/>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grpFill/>
              <a:ln w="2699" cap="flat">
                <a:noFill/>
                <a:prstDash val="solid"/>
                <a:miter/>
              </a:ln>
            </p:spPr>
            <p:txBody>
              <a:bodyPr/>
              <a:lstStyle/>
              <a:p>
                <a:endParaRPr lang="en-US"/>
              </a:p>
            </p:txBody>
          </p:sp>
          <p:sp>
            <p:nvSpPr>
              <p:cNvPr id="19" name="Freeform 18">
                <a:extLst>
                  <a:ext uri="{FF2B5EF4-FFF2-40B4-BE49-F238E27FC236}">
                    <a16:creationId xmlns:a16="http://schemas.microsoft.com/office/drawing/2014/main" id="{4379630A-B391-9CDE-076D-60294D6441B5}"/>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grpFill/>
              <a:ln w="2699" cap="flat">
                <a:noFill/>
                <a:prstDash val="solid"/>
                <a:miter/>
              </a:ln>
            </p:spPr>
            <p:txBody>
              <a:bodyPr/>
              <a:lstStyle/>
              <a:p>
                <a:endParaRPr lang="en-US"/>
              </a:p>
            </p:txBody>
          </p:sp>
        </p:grpSp>
      </p:grpSp>
    </p:spTree>
    <p:extLst>
      <p:ext uri="{BB962C8B-B14F-4D97-AF65-F5344CB8AC3E}">
        <p14:creationId xmlns:p14="http://schemas.microsoft.com/office/powerpoint/2010/main" val="30313574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simple">
    <p:bg>
      <p:bgPr>
        <a:solidFill>
          <a:schemeClr val="accent5"/>
        </a:solidFill>
        <a:effectLst/>
      </p:bgPr>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b"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4259486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 column">
    <p:bg>
      <p:bgPr>
        <a:solidFill>
          <a:schemeClr val="accent5"/>
        </a:solidFill>
        <a:effectLst/>
      </p:bgPr>
    </p:bg>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31008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ne column two line headline">
    <p:bg>
      <p:bgPr>
        <a:solidFill>
          <a:schemeClr val="accent5"/>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0294572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Offer comm">
    <p:bg>
      <p:bgPr>
        <a:solidFill>
          <a:schemeClr val="accent5"/>
        </a:solidFill>
        <a:effectLst/>
      </p:bgPr>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385392"/>
            <a:ext cx="4114803" cy="860426"/>
          </a:xfrm>
          <a:prstGeom prst="rect">
            <a:avLst/>
          </a:prstGeom>
        </p:spPr>
        <p:txBody>
          <a:bodyPr wrap="none" lIns="0" tIns="0" rIns="0" bIns="0" anchor="b" anchorCtr="0">
            <a:noAutofit/>
          </a:bodyPr>
          <a:lstStyle>
            <a:lvl1pPr marL="0" indent="0" algn="l">
              <a:lnSpc>
                <a:spcPts val="3200"/>
              </a:lnSpc>
              <a:buFont typeface="Arial"/>
              <a:buNone/>
              <a:defRPr sz="2800" b="0">
                <a:solidFill>
                  <a:schemeClr val="tx1"/>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140660"/>
            <a:ext cx="3438016" cy="2591734"/>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76199140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5"/>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65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b"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grpSp>
        <p:nvGrpSpPr>
          <p:cNvPr id="4" name="Group 3">
            <a:extLst>
              <a:ext uri="{FF2B5EF4-FFF2-40B4-BE49-F238E27FC236}">
                <a16:creationId xmlns:a16="http://schemas.microsoft.com/office/drawing/2014/main" id="{81CC7CC9-ED41-D6FA-B686-3B54DEC7B657}"/>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5" name="Picture 8">
              <a:extLst>
                <a:ext uri="{FF2B5EF4-FFF2-40B4-BE49-F238E27FC236}">
                  <a16:creationId xmlns:a16="http://schemas.microsoft.com/office/drawing/2014/main" id="{122F4F61-EC67-2134-C575-ED5ECF6B0BE6}"/>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16" name="Picture 8">
                <a:extLst>
                  <a:ext uri="{FF2B5EF4-FFF2-40B4-BE49-F238E27FC236}">
                    <a16:creationId xmlns:a16="http://schemas.microsoft.com/office/drawing/2014/main" id="{26CAA51A-2BBB-FDFC-CCCC-E1DD8233E854}"/>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18" name="Freeform 17">
                  <a:extLst>
                    <a:ext uri="{FF2B5EF4-FFF2-40B4-BE49-F238E27FC236}">
                      <a16:creationId xmlns:a16="http://schemas.microsoft.com/office/drawing/2014/main" id="{FF863C46-F346-B4B8-7DCE-925ADA06DE72}"/>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19" name="Rectangle 18">
                  <a:extLst>
                    <a:ext uri="{FF2B5EF4-FFF2-40B4-BE49-F238E27FC236}">
                      <a16:creationId xmlns:a16="http://schemas.microsoft.com/office/drawing/2014/main" id="{6F876254-DDF2-88B9-1FF7-8485E678B9F7}"/>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20" name="Freeform 19">
                  <a:extLst>
                    <a:ext uri="{FF2B5EF4-FFF2-40B4-BE49-F238E27FC236}">
                      <a16:creationId xmlns:a16="http://schemas.microsoft.com/office/drawing/2014/main" id="{C3D6209A-C7DF-5FF4-E92F-CC5C0AD809FB}"/>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04E7D6A9-B2D2-880B-0520-4BBF0E453EEF}"/>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22" name="Freeform 21">
                  <a:extLst>
                    <a:ext uri="{FF2B5EF4-FFF2-40B4-BE49-F238E27FC236}">
                      <a16:creationId xmlns:a16="http://schemas.microsoft.com/office/drawing/2014/main" id="{F6331A6F-1F6D-EBE2-4F9A-F93B8C4972AD}"/>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B6502C00-672E-D7AD-3F8B-858ED9E95DA1}"/>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24" name="Rectangle 23">
                  <a:extLst>
                    <a:ext uri="{FF2B5EF4-FFF2-40B4-BE49-F238E27FC236}">
                      <a16:creationId xmlns:a16="http://schemas.microsoft.com/office/drawing/2014/main" id="{1ADBD7B8-F329-18F7-E23B-2DD49C5F246B}"/>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25" name="Freeform 24">
                  <a:extLst>
                    <a:ext uri="{FF2B5EF4-FFF2-40B4-BE49-F238E27FC236}">
                      <a16:creationId xmlns:a16="http://schemas.microsoft.com/office/drawing/2014/main" id="{C98FE053-9F40-2938-FBEF-74B80B8839A4}"/>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17" name="Freeform 16">
                <a:extLst>
                  <a:ext uri="{FF2B5EF4-FFF2-40B4-BE49-F238E27FC236}">
                    <a16:creationId xmlns:a16="http://schemas.microsoft.com/office/drawing/2014/main" id="{41A6537D-1EDE-C3AD-33B6-24E832F30120}"/>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6" name="Freeform 5">
              <a:extLst>
                <a:ext uri="{FF2B5EF4-FFF2-40B4-BE49-F238E27FC236}">
                  <a16:creationId xmlns:a16="http://schemas.microsoft.com/office/drawing/2014/main" id="{FE0FCFC8-79AE-5662-7733-D2F6EF401809}"/>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8" name="Freeform 7">
              <a:extLst>
                <a:ext uri="{FF2B5EF4-FFF2-40B4-BE49-F238E27FC236}">
                  <a16:creationId xmlns:a16="http://schemas.microsoft.com/office/drawing/2014/main" id="{BB1ED01D-57B0-4B38-27DA-D4C81A25AF9B}"/>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12" name="Freeform 11">
              <a:extLst>
                <a:ext uri="{FF2B5EF4-FFF2-40B4-BE49-F238E27FC236}">
                  <a16:creationId xmlns:a16="http://schemas.microsoft.com/office/drawing/2014/main" id="{0B20299D-FE15-FD2F-C826-2ABAAAD7DD26}"/>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13" name="Picture 8">
              <a:extLst>
                <a:ext uri="{FF2B5EF4-FFF2-40B4-BE49-F238E27FC236}">
                  <a16:creationId xmlns:a16="http://schemas.microsoft.com/office/drawing/2014/main" id="{9F5A3EA3-B980-E5D5-CC07-F152478EC591}"/>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14" name="Freeform 13">
                <a:extLst>
                  <a:ext uri="{FF2B5EF4-FFF2-40B4-BE49-F238E27FC236}">
                    <a16:creationId xmlns:a16="http://schemas.microsoft.com/office/drawing/2014/main" id="{0AD0E818-8891-5106-2BBE-B92A26A538B0}"/>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15" name="Freeform 14">
                <a:extLst>
                  <a:ext uri="{FF2B5EF4-FFF2-40B4-BE49-F238E27FC236}">
                    <a16:creationId xmlns:a16="http://schemas.microsoft.com/office/drawing/2014/main" id="{54ADB34D-C7AC-1AEF-859F-74FFD87B75B6}"/>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26338837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column with sketches">
    <p:bg>
      <p:bgPr>
        <a:solidFill>
          <a:schemeClr val="accent5"/>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235488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slide with title">
    <p:bg>
      <p:bgPr>
        <a:solidFill>
          <a:schemeClr val="accent5"/>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2765039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accent5"/>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03333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e column 2/3 of slide">
    <p:bg>
      <p:bgPr>
        <a:solidFill>
          <a:schemeClr val="accent5"/>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tx1"/>
              </a:buCl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404780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One column with callout">
    <p:bg>
      <p:bgPr>
        <a:solidFill>
          <a:schemeClr val="accent5"/>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750073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s">
    <p:bg>
      <p:bgPr>
        <a:solidFill>
          <a:schemeClr val="accent5"/>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439092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bg>
      <p:bgPr>
        <a:solidFill>
          <a:schemeClr val="accent5"/>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7082873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s">
    <p:bg>
      <p:bgPr>
        <a:solidFill>
          <a:schemeClr val="accent5"/>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748079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ne column with object">
    <p:bg>
      <p:bgPr>
        <a:solidFill>
          <a:schemeClr val="accent5"/>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684989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bg>
      <p:bgPr>
        <a:solidFill>
          <a:schemeClr val="accent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alphaModFix amt="80000"/>
            <a:extLst>
              <a:ext uri="{28A0092B-C50C-407E-A947-70E740481C1C}">
                <a14:useLocalDpi xmlns:a14="http://schemas.microsoft.com/office/drawing/2010/main"/>
              </a:ext>
            </a:extLst>
          </a:blip>
          <a:srcRect l="1731" t="1731"/>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7638101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bg>
      <p:bgPr>
        <a:solidFill>
          <a:schemeClr val="accent5"/>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7399141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ne column with 1/3 object">
    <p:bg>
      <p:bgPr>
        <a:solidFill>
          <a:schemeClr val="accent5"/>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7846069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 slide">
    <p:bg>
      <p:bgPr>
        <a:solidFill>
          <a:schemeClr val="accent5"/>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tx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917935366"/>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 slide with sketches">
    <p:bg>
      <p:bgPr>
        <a:solidFill>
          <a:schemeClr val="accent5"/>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tx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752372739"/>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break with subhead">
    <p:bg>
      <p:bgPr>
        <a:solidFill>
          <a:schemeClr val="accent5"/>
        </a:solidFill>
        <a:effectLst/>
      </p:bgPr>
    </p:bg>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tx1"/>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tx1"/>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331349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break for longer copy">
    <p:bg>
      <p:bgPr>
        <a:solidFill>
          <a:schemeClr val="accent5"/>
        </a:solidFill>
        <a:effectLst/>
      </p:bgPr>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060726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bg>
      <p:bgPr>
        <a:solidFill>
          <a:schemeClr val="accent5"/>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85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grpSp>
        <p:nvGrpSpPr>
          <p:cNvPr id="4" name="Group 3">
            <a:extLst>
              <a:ext uri="{FF2B5EF4-FFF2-40B4-BE49-F238E27FC236}">
                <a16:creationId xmlns:a16="http://schemas.microsoft.com/office/drawing/2014/main" id="{D7092E77-107C-C74B-E0C5-233C28DC427B}"/>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5" name="Picture 8">
              <a:extLst>
                <a:ext uri="{FF2B5EF4-FFF2-40B4-BE49-F238E27FC236}">
                  <a16:creationId xmlns:a16="http://schemas.microsoft.com/office/drawing/2014/main" id="{9550E0BF-6779-8792-3CBE-C26FDFF8FF60}"/>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14" name="Picture 8">
                <a:extLst>
                  <a:ext uri="{FF2B5EF4-FFF2-40B4-BE49-F238E27FC236}">
                    <a16:creationId xmlns:a16="http://schemas.microsoft.com/office/drawing/2014/main" id="{C88D80EE-5E8D-C4B8-F7D4-361B57126E7E}"/>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16" name="Freeform 15">
                  <a:extLst>
                    <a:ext uri="{FF2B5EF4-FFF2-40B4-BE49-F238E27FC236}">
                      <a16:creationId xmlns:a16="http://schemas.microsoft.com/office/drawing/2014/main" id="{6E3AF9DF-CF56-8FBE-A4F6-8F53B7F2F9BF}"/>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17" name="Rectangle 16">
                  <a:extLst>
                    <a:ext uri="{FF2B5EF4-FFF2-40B4-BE49-F238E27FC236}">
                      <a16:creationId xmlns:a16="http://schemas.microsoft.com/office/drawing/2014/main" id="{70BF1C94-085B-B6D9-E26C-00E1CDB10DF8}"/>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18" name="Freeform 17">
                  <a:extLst>
                    <a:ext uri="{FF2B5EF4-FFF2-40B4-BE49-F238E27FC236}">
                      <a16:creationId xmlns:a16="http://schemas.microsoft.com/office/drawing/2014/main" id="{D7828FF1-A4D6-CC2F-90B4-177DF44E22EC}"/>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19" name="Freeform 18">
                  <a:extLst>
                    <a:ext uri="{FF2B5EF4-FFF2-40B4-BE49-F238E27FC236}">
                      <a16:creationId xmlns:a16="http://schemas.microsoft.com/office/drawing/2014/main" id="{45469A6F-DDBF-2B31-C361-978180844197}"/>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20" name="Freeform 19">
                  <a:extLst>
                    <a:ext uri="{FF2B5EF4-FFF2-40B4-BE49-F238E27FC236}">
                      <a16:creationId xmlns:a16="http://schemas.microsoft.com/office/drawing/2014/main" id="{F295374C-9F44-D6E6-D810-C493B5FDFAAE}"/>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6D6FEB8B-0CB3-8F2B-9117-23A7D06E7030}"/>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22" name="Rectangle 21">
                  <a:extLst>
                    <a:ext uri="{FF2B5EF4-FFF2-40B4-BE49-F238E27FC236}">
                      <a16:creationId xmlns:a16="http://schemas.microsoft.com/office/drawing/2014/main" id="{7B3459A8-BFAB-7E15-A182-9E2F81E3850A}"/>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841BB635-FBFE-9E9B-7E85-6349016508F8}"/>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15" name="Freeform 14">
                <a:extLst>
                  <a:ext uri="{FF2B5EF4-FFF2-40B4-BE49-F238E27FC236}">
                    <a16:creationId xmlns:a16="http://schemas.microsoft.com/office/drawing/2014/main" id="{81C71A76-1DC4-3A7D-6272-6C984A6F798C}"/>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6" name="Freeform 5">
              <a:extLst>
                <a:ext uri="{FF2B5EF4-FFF2-40B4-BE49-F238E27FC236}">
                  <a16:creationId xmlns:a16="http://schemas.microsoft.com/office/drawing/2014/main" id="{C182053C-C37A-6646-9543-445998E43CFE}"/>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7" name="Freeform 6">
              <a:extLst>
                <a:ext uri="{FF2B5EF4-FFF2-40B4-BE49-F238E27FC236}">
                  <a16:creationId xmlns:a16="http://schemas.microsoft.com/office/drawing/2014/main" id="{1956CE0B-F99E-9DBF-1FDB-FC768A8A879A}"/>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10" name="Freeform 9">
              <a:extLst>
                <a:ext uri="{FF2B5EF4-FFF2-40B4-BE49-F238E27FC236}">
                  <a16:creationId xmlns:a16="http://schemas.microsoft.com/office/drawing/2014/main" id="{0DF39988-B502-193F-586F-98BF7259D712}"/>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11" name="Picture 8">
              <a:extLst>
                <a:ext uri="{FF2B5EF4-FFF2-40B4-BE49-F238E27FC236}">
                  <a16:creationId xmlns:a16="http://schemas.microsoft.com/office/drawing/2014/main" id="{D2E11641-FA6B-328D-6410-FF70F4E52875}"/>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12" name="Freeform 11">
                <a:extLst>
                  <a:ext uri="{FF2B5EF4-FFF2-40B4-BE49-F238E27FC236}">
                    <a16:creationId xmlns:a16="http://schemas.microsoft.com/office/drawing/2014/main" id="{74876DB3-4805-877C-6AC8-46EB49B7883B}"/>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13" name="Freeform 12">
                <a:extLst>
                  <a:ext uri="{FF2B5EF4-FFF2-40B4-BE49-F238E27FC236}">
                    <a16:creationId xmlns:a16="http://schemas.microsoft.com/office/drawing/2014/main" id="{8F02AD03-1DA5-E4A9-564A-CAD454FA68B7}"/>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39393863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5493349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dvancing Energy Tech slide">
    <p:bg>
      <p:bgPr>
        <a:solidFill>
          <a:schemeClr val="accent5"/>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tx1"/>
                </a:solidFill>
                <a:latin typeface="+mj-lt"/>
                <a:ea typeface="+mj-ea"/>
                <a:cs typeface="Arial"/>
              </a:rPr>
              <a:t>Advancing Energy</a:t>
            </a:r>
            <a:r>
              <a:rPr lang="en-US" sz="3400" b="0" kern="1200" baseline="0">
                <a:solidFill>
                  <a:schemeClr val="tx1"/>
                </a:solidFill>
                <a:latin typeface="+mj-lt"/>
                <a:ea typeface="+mn-ea"/>
                <a:cs typeface="Arial"/>
              </a:rPr>
              <a:t> </a:t>
            </a:r>
            <a:r>
              <a:rPr lang="en-US" sz="3400" b="0" kern="1200" baseline="0">
                <a:solidFill>
                  <a:schemeClr val="tx1"/>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565016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5"/>
        </a:solidFill>
        <a:effectLst/>
      </p:bgPr>
    </p:bg>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tx1"/>
                </a:solidFill>
                <a:effectLst/>
                <a:uLnTx/>
                <a:uFillTx/>
                <a:latin typeface="+mj-lt"/>
              </a:rPr>
              <a:t>s</a:t>
            </a:r>
            <a:r>
              <a:rPr kumimoji="0" lang="en-PL" sz="1400" b="0" i="0" u="none" strike="noStrike" kern="0" cap="none" spc="0" normalizeH="0" baseline="0" noProof="0">
                <a:ln>
                  <a:noFill/>
                </a:ln>
                <a:solidFill>
                  <a:schemeClr val="tx1"/>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tx1"/>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Schneider Electric trademark</a:t>
            </a:r>
            <a:r>
              <a:rPr lang="en-US" sz="800">
                <a:solidFill>
                  <a:schemeClr val="tx1"/>
                </a:solidFill>
                <a:latin typeface="+mn-lt"/>
                <a:cs typeface="Arial"/>
              </a:rPr>
              <a:t> </a:t>
            </a:r>
            <a:r>
              <a:rPr kumimoji="0" lang="en-US" sz="800" b="0" i="0" u="none" strike="noStrike" kern="1200" cap="none" spc="0" normalizeH="0" baseline="0" noProof="0">
                <a:ln>
                  <a:noFill/>
                </a:ln>
                <a:solidFill>
                  <a:schemeClr val="tx1"/>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27B40A7C-7EC2-A650-4496-B60B78E3EF68}"/>
              </a:ext>
              <a:ext uri="{C183D7F6-B498-43B3-948B-1728B52AA6E4}">
                <adec:decorative xmlns:adec="http://schemas.microsoft.com/office/drawing/2017/decorative" val="1"/>
              </a:ext>
            </a:extLst>
          </p:cNvPr>
          <p:cNvGrpSpPr/>
          <p:nvPr userDrawn="1"/>
        </p:nvGrpSpPr>
        <p:grpSpPr>
          <a:xfrm>
            <a:off x="3304931" y="2195269"/>
            <a:ext cx="2534135" cy="752962"/>
            <a:chOff x="7710646" y="4687803"/>
            <a:chExt cx="975015" cy="289704"/>
          </a:xfrm>
        </p:grpSpPr>
        <p:grpSp>
          <p:nvGrpSpPr>
            <p:cNvPr id="31" name="Picture 8">
              <a:extLst>
                <a:ext uri="{FF2B5EF4-FFF2-40B4-BE49-F238E27FC236}">
                  <a16:creationId xmlns:a16="http://schemas.microsoft.com/office/drawing/2014/main" id="{1EAEE570-87E4-B61A-EA85-1B9E3C3803CD}"/>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38" name="Picture 8">
                <a:extLst>
                  <a:ext uri="{FF2B5EF4-FFF2-40B4-BE49-F238E27FC236}">
                    <a16:creationId xmlns:a16="http://schemas.microsoft.com/office/drawing/2014/main" id="{B09DEDCD-569D-7773-7597-3A4BCF9F2B20}"/>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40" name="Freeform 39">
                  <a:extLst>
                    <a:ext uri="{FF2B5EF4-FFF2-40B4-BE49-F238E27FC236}">
                      <a16:creationId xmlns:a16="http://schemas.microsoft.com/office/drawing/2014/main" id="{29AB25DD-8639-C0F6-2E53-2CC3B461B5D6}"/>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41" name="Rectangle 40">
                  <a:extLst>
                    <a:ext uri="{FF2B5EF4-FFF2-40B4-BE49-F238E27FC236}">
                      <a16:creationId xmlns:a16="http://schemas.microsoft.com/office/drawing/2014/main" id="{3CBB02FF-E114-AD2A-FCA2-44FC9BF066D1}"/>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42" name="Freeform 41">
                  <a:extLst>
                    <a:ext uri="{FF2B5EF4-FFF2-40B4-BE49-F238E27FC236}">
                      <a16:creationId xmlns:a16="http://schemas.microsoft.com/office/drawing/2014/main" id="{FF2218AF-B0B2-370D-2913-8628BF558929}"/>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43" name="Freeform 42">
                  <a:extLst>
                    <a:ext uri="{FF2B5EF4-FFF2-40B4-BE49-F238E27FC236}">
                      <a16:creationId xmlns:a16="http://schemas.microsoft.com/office/drawing/2014/main" id="{231BD74F-85D8-49D4-37ED-073E18B1E228}"/>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44" name="Freeform 43">
                  <a:extLst>
                    <a:ext uri="{FF2B5EF4-FFF2-40B4-BE49-F238E27FC236}">
                      <a16:creationId xmlns:a16="http://schemas.microsoft.com/office/drawing/2014/main" id="{F97ABAF8-FBB9-91E3-06EA-00B09FA209FE}"/>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45" name="Freeform 44">
                  <a:extLst>
                    <a:ext uri="{FF2B5EF4-FFF2-40B4-BE49-F238E27FC236}">
                      <a16:creationId xmlns:a16="http://schemas.microsoft.com/office/drawing/2014/main" id="{659FB3AC-5E32-5EA0-F8EE-140215E60831}"/>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46" name="Rectangle 45">
                  <a:extLst>
                    <a:ext uri="{FF2B5EF4-FFF2-40B4-BE49-F238E27FC236}">
                      <a16:creationId xmlns:a16="http://schemas.microsoft.com/office/drawing/2014/main" id="{18C7C338-DE63-EC75-A486-9DDC6FEAF883}"/>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47" name="Freeform 46">
                  <a:extLst>
                    <a:ext uri="{FF2B5EF4-FFF2-40B4-BE49-F238E27FC236}">
                      <a16:creationId xmlns:a16="http://schemas.microsoft.com/office/drawing/2014/main" id="{FCEAA440-9B2C-A027-4126-BC793A5672AA}"/>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39" name="Freeform 38">
                <a:extLst>
                  <a:ext uri="{FF2B5EF4-FFF2-40B4-BE49-F238E27FC236}">
                    <a16:creationId xmlns:a16="http://schemas.microsoft.com/office/drawing/2014/main" id="{75FC3224-D9A8-01B8-F1A8-2436157F28F8}"/>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32" name="Freeform 31">
              <a:extLst>
                <a:ext uri="{FF2B5EF4-FFF2-40B4-BE49-F238E27FC236}">
                  <a16:creationId xmlns:a16="http://schemas.microsoft.com/office/drawing/2014/main" id="{AB02DCC2-32CC-583D-36B5-2EF065DBEFEA}"/>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33" name="Freeform 32">
              <a:extLst>
                <a:ext uri="{FF2B5EF4-FFF2-40B4-BE49-F238E27FC236}">
                  <a16:creationId xmlns:a16="http://schemas.microsoft.com/office/drawing/2014/main" id="{914BADAC-C4C9-E21C-73F8-07D44F52AB27}"/>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34" name="Freeform 33">
              <a:extLst>
                <a:ext uri="{FF2B5EF4-FFF2-40B4-BE49-F238E27FC236}">
                  <a16:creationId xmlns:a16="http://schemas.microsoft.com/office/drawing/2014/main" id="{599AAE8F-001F-9E3E-7BC3-75C47F5AE29B}"/>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35" name="Picture 8">
              <a:extLst>
                <a:ext uri="{FF2B5EF4-FFF2-40B4-BE49-F238E27FC236}">
                  <a16:creationId xmlns:a16="http://schemas.microsoft.com/office/drawing/2014/main" id="{1A20161F-011D-1BBF-5418-37E46DE45EDA}"/>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36" name="Freeform 35">
                <a:extLst>
                  <a:ext uri="{FF2B5EF4-FFF2-40B4-BE49-F238E27FC236}">
                    <a16:creationId xmlns:a16="http://schemas.microsoft.com/office/drawing/2014/main" id="{E11A22E8-00CC-9859-708E-D6C54F1050C2}"/>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37" name="Freeform 36">
                <a:extLst>
                  <a:ext uri="{FF2B5EF4-FFF2-40B4-BE49-F238E27FC236}">
                    <a16:creationId xmlns:a16="http://schemas.microsoft.com/office/drawing/2014/main" id="{E2402534-E40E-9660-D3E9-F305AB282DBD}"/>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292434551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b"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42023360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060520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4770054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Offer comm">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395330"/>
            <a:ext cx="4114803" cy="850487"/>
          </a:xfrm>
          <a:prstGeom prst="rect">
            <a:avLst/>
          </a:prstGeom>
        </p:spPr>
        <p:txBody>
          <a:bodyPr wrap="none" lIns="0" tIns="0" rIns="0" bIns="0" anchor="b" anchorCtr="0">
            <a:noAutofit/>
          </a:bodyPr>
          <a:lstStyle>
            <a:lvl1pPr marL="0" indent="0" algn="l">
              <a:lnSpc>
                <a:spcPts val="3200"/>
              </a:lnSpc>
              <a:buFont typeface="Arial"/>
              <a:buNone/>
              <a:defRPr sz="2800" b="0">
                <a:solidFill>
                  <a:schemeClr val="accent5"/>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140660"/>
            <a:ext cx="3438016" cy="2591734"/>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5848476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b"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grpSp>
        <p:nvGrpSpPr>
          <p:cNvPr id="4" name="Group 3">
            <a:extLst>
              <a:ext uri="{FF2B5EF4-FFF2-40B4-BE49-F238E27FC236}">
                <a16:creationId xmlns:a16="http://schemas.microsoft.com/office/drawing/2014/main" id="{BFE96673-3026-B840-9C59-93FD6995C4A3}"/>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5" name="Picture 8">
              <a:extLst>
                <a:ext uri="{FF2B5EF4-FFF2-40B4-BE49-F238E27FC236}">
                  <a16:creationId xmlns:a16="http://schemas.microsoft.com/office/drawing/2014/main" id="{AC9891B7-CD5F-B619-B7F8-D8B9A9D40F92}"/>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16" name="Picture 8">
                <a:extLst>
                  <a:ext uri="{FF2B5EF4-FFF2-40B4-BE49-F238E27FC236}">
                    <a16:creationId xmlns:a16="http://schemas.microsoft.com/office/drawing/2014/main" id="{05BBA14B-4EDA-0F99-E3D8-C2711838D7CA}"/>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18" name="Freeform 17">
                  <a:extLst>
                    <a:ext uri="{FF2B5EF4-FFF2-40B4-BE49-F238E27FC236}">
                      <a16:creationId xmlns:a16="http://schemas.microsoft.com/office/drawing/2014/main" id="{014866C1-4CCD-980B-B08A-E8D0AB7957A9}"/>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19" name="Rectangle 18">
                  <a:extLst>
                    <a:ext uri="{FF2B5EF4-FFF2-40B4-BE49-F238E27FC236}">
                      <a16:creationId xmlns:a16="http://schemas.microsoft.com/office/drawing/2014/main" id="{89A36E02-08A6-AE08-E4A9-4BA34762C990}"/>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20" name="Freeform 19">
                  <a:extLst>
                    <a:ext uri="{FF2B5EF4-FFF2-40B4-BE49-F238E27FC236}">
                      <a16:creationId xmlns:a16="http://schemas.microsoft.com/office/drawing/2014/main" id="{8B03C43B-04FE-7DFF-AFF7-BF3A896AD244}"/>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6781A352-1B08-D3A7-F593-1BFA9CC815A0}"/>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22" name="Freeform 21">
                  <a:extLst>
                    <a:ext uri="{FF2B5EF4-FFF2-40B4-BE49-F238E27FC236}">
                      <a16:creationId xmlns:a16="http://schemas.microsoft.com/office/drawing/2014/main" id="{A41114E0-F8D4-A454-1455-CF8AB9BDAF2C}"/>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C01FA979-3694-8694-A7A5-EBB9A33CE906}"/>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24" name="Rectangle 23">
                  <a:extLst>
                    <a:ext uri="{FF2B5EF4-FFF2-40B4-BE49-F238E27FC236}">
                      <a16:creationId xmlns:a16="http://schemas.microsoft.com/office/drawing/2014/main" id="{E4C9BF2E-673B-3219-AC1D-CE67999E72B7}"/>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25" name="Freeform 24">
                  <a:extLst>
                    <a:ext uri="{FF2B5EF4-FFF2-40B4-BE49-F238E27FC236}">
                      <a16:creationId xmlns:a16="http://schemas.microsoft.com/office/drawing/2014/main" id="{0B16557A-BB7E-3CF6-264F-4D882E1A0A77}"/>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17" name="Freeform 16">
                <a:extLst>
                  <a:ext uri="{FF2B5EF4-FFF2-40B4-BE49-F238E27FC236}">
                    <a16:creationId xmlns:a16="http://schemas.microsoft.com/office/drawing/2014/main" id="{6186B922-D5AC-525B-9E95-441437578298}"/>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6" name="Freeform 5">
              <a:extLst>
                <a:ext uri="{FF2B5EF4-FFF2-40B4-BE49-F238E27FC236}">
                  <a16:creationId xmlns:a16="http://schemas.microsoft.com/office/drawing/2014/main" id="{ED02797E-A62B-9AEA-AF94-2E87AAEE9A48}"/>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8" name="Freeform 7">
              <a:extLst>
                <a:ext uri="{FF2B5EF4-FFF2-40B4-BE49-F238E27FC236}">
                  <a16:creationId xmlns:a16="http://schemas.microsoft.com/office/drawing/2014/main" id="{2CC6953F-FE05-06D1-A405-677876F9D5AD}"/>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12" name="Freeform 11">
              <a:extLst>
                <a:ext uri="{FF2B5EF4-FFF2-40B4-BE49-F238E27FC236}">
                  <a16:creationId xmlns:a16="http://schemas.microsoft.com/office/drawing/2014/main" id="{E2B23AF1-D0CB-2133-42ED-41A081E1743B}"/>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13" name="Picture 8">
              <a:extLst>
                <a:ext uri="{FF2B5EF4-FFF2-40B4-BE49-F238E27FC236}">
                  <a16:creationId xmlns:a16="http://schemas.microsoft.com/office/drawing/2014/main" id="{27381D6C-820A-8651-E6FC-5EDE610690BB}"/>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14" name="Freeform 13">
                <a:extLst>
                  <a:ext uri="{FF2B5EF4-FFF2-40B4-BE49-F238E27FC236}">
                    <a16:creationId xmlns:a16="http://schemas.microsoft.com/office/drawing/2014/main" id="{E2197DDE-8E60-B8C4-CBF5-5FB316A85F3D}"/>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15" name="Freeform 14">
                <a:extLst>
                  <a:ext uri="{FF2B5EF4-FFF2-40B4-BE49-F238E27FC236}">
                    <a16:creationId xmlns:a16="http://schemas.microsoft.com/office/drawing/2014/main" id="{FCC3E01E-C5DF-F102-0DD9-BF03EF03ED39}"/>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21300920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23391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257670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06698325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180580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3576357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427565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21600127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0856108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688910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3417196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4805897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12049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99936610"/>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73095315"/>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accent5"/>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accent5"/>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2076397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4690744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grpSp>
        <p:nvGrpSpPr>
          <p:cNvPr id="4" name="Group 3">
            <a:extLst>
              <a:ext uri="{FF2B5EF4-FFF2-40B4-BE49-F238E27FC236}">
                <a16:creationId xmlns:a16="http://schemas.microsoft.com/office/drawing/2014/main" id="{C3E0295E-CBCC-23CC-EDF4-96EBAEE65BB3}"/>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5" name="Picture 8">
              <a:extLst>
                <a:ext uri="{FF2B5EF4-FFF2-40B4-BE49-F238E27FC236}">
                  <a16:creationId xmlns:a16="http://schemas.microsoft.com/office/drawing/2014/main" id="{7B9A8E15-B436-7833-2DE3-6A7CB204BA88}"/>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14" name="Picture 8">
                <a:extLst>
                  <a:ext uri="{FF2B5EF4-FFF2-40B4-BE49-F238E27FC236}">
                    <a16:creationId xmlns:a16="http://schemas.microsoft.com/office/drawing/2014/main" id="{FA790AEB-2C2E-A5CD-5E94-057B09A62205}"/>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16" name="Freeform 15">
                  <a:extLst>
                    <a:ext uri="{FF2B5EF4-FFF2-40B4-BE49-F238E27FC236}">
                      <a16:creationId xmlns:a16="http://schemas.microsoft.com/office/drawing/2014/main" id="{A99C3390-98B6-96DF-1FB3-A216CC1E02FE}"/>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17" name="Rectangle 16">
                  <a:extLst>
                    <a:ext uri="{FF2B5EF4-FFF2-40B4-BE49-F238E27FC236}">
                      <a16:creationId xmlns:a16="http://schemas.microsoft.com/office/drawing/2014/main" id="{308DD100-2705-9992-41D4-FFB86AEC879F}"/>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18" name="Freeform 17">
                  <a:extLst>
                    <a:ext uri="{FF2B5EF4-FFF2-40B4-BE49-F238E27FC236}">
                      <a16:creationId xmlns:a16="http://schemas.microsoft.com/office/drawing/2014/main" id="{C036368F-A75A-22B3-653A-081756EF3EDB}"/>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19" name="Freeform 18">
                  <a:extLst>
                    <a:ext uri="{FF2B5EF4-FFF2-40B4-BE49-F238E27FC236}">
                      <a16:creationId xmlns:a16="http://schemas.microsoft.com/office/drawing/2014/main" id="{43D6619B-57EE-4E5E-EE31-A7669A1E3D02}"/>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20" name="Freeform 19">
                  <a:extLst>
                    <a:ext uri="{FF2B5EF4-FFF2-40B4-BE49-F238E27FC236}">
                      <a16:creationId xmlns:a16="http://schemas.microsoft.com/office/drawing/2014/main" id="{39F9BDB7-76A0-0F6D-C17C-2A8E1069BC27}"/>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096F02EA-7157-7561-4BED-975A8AA64D71}"/>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22" name="Rectangle 21">
                  <a:extLst>
                    <a:ext uri="{FF2B5EF4-FFF2-40B4-BE49-F238E27FC236}">
                      <a16:creationId xmlns:a16="http://schemas.microsoft.com/office/drawing/2014/main" id="{2F1AC0E5-B39A-B90B-848C-BA81095ACFDC}"/>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EF85CFCE-B23B-511F-71BC-E980CBCD6407}"/>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15" name="Freeform 14">
                <a:extLst>
                  <a:ext uri="{FF2B5EF4-FFF2-40B4-BE49-F238E27FC236}">
                    <a16:creationId xmlns:a16="http://schemas.microsoft.com/office/drawing/2014/main" id="{CB476467-11CC-707E-46B0-28C22F463060}"/>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6" name="Freeform 5">
              <a:extLst>
                <a:ext uri="{FF2B5EF4-FFF2-40B4-BE49-F238E27FC236}">
                  <a16:creationId xmlns:a16="http://schemas.microsoft.com/office/drawing/2014/main" id="{51B8C6DC-5BDC-CEBD-82AE-93B8FD7BC770}"/>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7" name="Freeform 6">
              <a:extLst>
                <a:ext uri="{FF2B5EF4-FFF2-40B4-BE49-F238E27FC236}">
                  <a16:creationId xmlns:a16="http://schemas.microsoft.com/office/drawing/2014/main" id="{48553786-DC70-5B38-9983-25A718CC8F7A}"/>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10" name="Freeform 9">
              <a:extLst>
                <a:ext uri="{FF2B5EF4-FFF2-40B4-BE49-F238E27FC236}">
                  <a16:creationId xmlns:a16="http://schemas.microsoft.com/office/drawing/2014/main" id="{177F697B-672E-754C-9624-4647875387EC}"/>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11" name="Picture 8">
              <a:extLst>
                <a:ext uri="{FF2B5EF4-FFF2-40B4-BE49-F238E27FC236}">
                  <a16:creationId xmlns:a16="http://schemas.microsoft.com/office/drawing/2014/main" id="{A736556C-FEBB-4F4E-815E-41C3741F5B58}"/>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12" name="Freeform 11">
                <a:extLst>
                  <a:ext uri="{FF2B5EF4-FFF2-40B4-BE49-F238E27FC236}">
                    <a16:creationId xmlns:a16="http://schemas.microsoft.com/office/drawing/2014/main" id="{C2D7085A-C3E6-D45C-CEDB-071675B80B2A}"/>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13" name="Freeform 12">
                <a:extLst>
                  <a:ext uri="{FF2B5EF4-FFF2-40B4-BE49-F238E27FC236}">
                    <a16:creationId xmlns:a16="http://schemas.microsoft.com/office/drawing/2014/main" id="{C79B56AF-6F91-51EE-784B-1A5A1765EFA2}"/>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2215123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1916338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accent5"/>
                </a:solidFill>
                <a:latin typeface="+mj-lt"/>
                <a:ea typeface="+mj-ea"/>
                <a:cs typeface="Arial"/>
              </a:rPr>
              <a:t>Advancing Energy</a:t>
            </a:r>
            <a:r>
              <a:rPr lang="en-US" sz="3400" b="0" kern="1200" baseline="0">
                <a:solidFill>
                  <a:schemeClr val="accent5"/>
                </a:solidFill>
                <a:latin typeface="+mj-lt"/>
                <a:ea typeface="+mn-ea"/>
                <a:cs typeface="Arial"/>
              </a:rPr>
              <a:t> </a:t>
            </a:r>
            <a:r>
              <a:rPr lang="en-US" sz="3400" b="0" kern="1200" baseline="0">
                <a:solidFill>
                  <a:schemeClr val="accent5"/>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410752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accent5"/>
                </a:solidFill>
                <a:effectLst/>
                <a:uLnTx/>
                <a:uFillTx/>
                <a:latin typeface="+mj-lt"/>
              </a:rPr>
              <a:t>s</a:t>
            </a:r>
            <a:r>
              <a:rPr kumimoji="0" lang="en-PL" sz="1400" b="0" i="0" u="none" strike="noStrike" kern="0" cap="none" spc="0" normalizeH="0" baseline="0" noProof="0">
                <a:ln>
                  <a:noFill/>
                </a:ln>
                <a:solidFill>
                  <a:schemeClr val="accent5"/>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accent5"/>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Schneider Electric trademark</a:t>
            </a:r>
            <a:r>
              <a:rPr lang="en-US" sz="800">
                <a:solidFill>
                  <a:schemeClr val="accent5"/>
                </a:solidFill>
                <a:latin typeface="+mn-lt"/>
                <a:cs typeface="Arial"/>
              </a:rPr>
              <a:t> </a:t>
            </a:r>
            <a:r>
              <a:rPr kumimoji="0" lang="en-US" sz="800" b="0" i="0" u="none" strike="noStrike" kern="1200" cap="none" spc="0" normalizeH="0" baseline="0" noProof="0">
                <a:ln>
                  <a:noFill/>
                </a:ln>
                <a:solidFill>
                  <a:schemeClr val="accent5"/>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67869316-9FAE-9172-6242-EC933F7A693C}"/>
              </a:ext>
              <a:ext uri="{C183D7F6-B498-43B3-948B-1728B52AA6E4}">
                <adec:decorative xmlns:adec="http://schemas.microsoft.com/office/drawing/2017/decorative" val="1"/>
              </a:ext>
            </a:extLst>
          </p:cNvPr>
          <p:cNvGrpSpPr/>
          <p:nvPr userDrawn="1"/>
        </p:nvGrpSpPr>
        <p:grpSpPr>
          <a:xfrm>
            <a:off x="3304931" y="2195269"/>
            <a:ext cx="2534135" cy="752962"/>
            <a:chOff x="7710646" y="4687803"/>
            <a:chExt cx="975015" cy="289704"/>
          </a:xfrm>
          <a:solidFill>
            <a:schemeClr val="bg2"/>
          </a:solidFill>
        </p:grpSpPr>
        <p:grpSp>
          <p:nvGrpSpPr>
            <p:cNvPr id="4" name="Picture 8">
              <a:extLst>
                <a:ext uri="{FF2B5EF4-FFF2-40B4-BE49-F238E27FC236}">
                  <a16:creationId xmlns:a16="http://schemas.microsoft.com/office/drawing/2014/main" id="{31555BAA-F314-223F-19E4-3A93B47EFB6B}"/>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grpFill/>
          </p:grpSpPr>
          <p:grpSp>
            <p:nvGrpSpPr>
              <p:cNvPr id="20" name="Picture 8">
                <a:extLst>
                  <a:ext uri="{FF2B5EF4-FFF2-40B4-BE49-F238E27FC236}">
                    <a16:creationId xmlns:a16="http://schemas.microsoft.com/office/drawing/2014/main" id="{DCD588CC-2453-4C2C-F50D-026C2A594D74}"/>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grpFill/>
            </p:grpSpPr>
            <p:sp>
              <p:nvSpPr>
                <p:cNvPr id="22" name="Freeform 21">
                  <a:extLst>
                    <a:ext uri="{FF2B5EF4-FFF2-40B4-BE49-F238E27FC236}">
                      <a16:creationId xmlns:a16="http://schemas.microsoft.com/office/drawing/2014/main" id="{CF7ED38A-88F8-4D93-C399-B5E93A98F28F}"/>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grpFill/>
                <a:ln w="2699" cap="flat">
                  <a:noFill/>
                  <a:prstDash val="solid"/>
                  <a:miter/>
                </a:ln>
              </p:spPr>
              <p:txBody>
                <a:bodyPr/>
                <a:lstStyle/>
                <a:p>
                  <a:endParaRPr lang="en-US"/>
                </a:p>
              </p:txBody>
            </p:sp>
            <p:sp>
              <p:nvSpPr>
                <p:cNvPr id="23" name="Rectangle 22">
                  <a:extLst>
                    <a:ext uri="{FF2B5EF4-FFF2-40B4-BE49-F238E27FC236}">
                      <a16:creationId xmlns:a16="http://schemas.microsoft.com/office/drawing/2014/main" id="{20911740-B90E-34BD-F3CD-80AC2BCEFBCE}"/>
                    </a:ext>
                  </a:extLst>
                </p:cNvPr>
                <p:cNvSpPr/>
                <p:nvPr/>
              </p:nvSpPr>
              <p:spPr>
                <a:xfrm>
                  <a:off x="8216890" y="4863773"/>
                  <a:ext cx="11686" cy="89742"/>
                </a:xfrm>
                <a:prstGeom prst="rect">
                  <a:avLst/>
                </a:prstGeom>
                <a:grpFill/>
                <a:ln w="2699" cap="flat">
                  <a:noFill/>
                  <a:prstDash val="solid"/>
                  <a:miter/>
                </a:ln>
              </p:spPr>
              <p:txBody>
                <a:bodyPr/>
                <a:lstStyle/>
                <a:p>
                  <a:endParaRPr lang="en-US"/>
                </a:p>
              </p:txBody>
            </p:sp>
            <p:sp>
              <p:nvSpPr>
                <p:cNvPr id="24" name="Freeform 23">
                  <a:extLst>
                    <a:ext uri="{FF2B5EF4-FFF2-40B4-BE49-F238E27FC236}">
                      <a16:creationId xmlns:a16="http://schemas.microsoft.com/office/drawing/2014/main" id="{21C263D3-26BB-2A19-DD41-2664426EDC21}"/>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grpFill/>
                <a:ln w="2699" cap="flat">
                  <a:noFill/>
                  <a:prstDash val="solid"/>
                  <a:miter/>
                </a:ln>
              </p:spPr>
              <p:txBody>
                <a:bodyPr/>
                <a:lstStyle/>
                <a:p>
                  <a:endParaRPr lang="en-US"/>
                </a:p>
              </p:txBody>
            </p:sp>
            <p:sp>
              <p:nvSpPr>
                <p:cNvPr id="25" name="Freeform 24">
                  <a:extLst>
                    <a:ext uri="{FF2B5EF4-FFF2-40B4-BE49-F238E27FC236}">
                      <a16:creationId xmlns:a16="http://schemas.microsoft.com/office/drawing/2014/main" id="{BA98DFB3-2168-6C2F-5708-6BEF77F4278F}"/>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grpFill/>
                <a:ln w="2699" cap="flat">
                  <a:noFill/>
                  <a:prstDash val="solid"/>
                  <a:miter/>
                </a:ln>
              </p:spPr>
              <p:txBody>
                <a:bodyPr/>
                <a:lstStyle/>
                <a:p>
                  <a:endParaRPr lang="en-US"/>
                </a:p>
              </p:txBody>
            </p:sp>
            <p:sp>
              <p:nvSpPr>
                <p:cNvPr id="26" name="Freeform 25">
                  <a:extLst>
                    <a:ext uri="{FF2B5EF4-FFF2-40B4-BE49-F238E27FC236}">
                      <a16:creationId xmlns:a16="http://schemas.microsoft.com/office/drawing/2014/main" id="{E5032BB9-E117-0C09-960A-E55F503826BA}"/>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grpFill/>
                <a:ln w="2699" cap="flat">
                  <a:noFill/>
                  <a:prstDash val="solid"/>
                  <a:miter/>
                </a:ln>
              </p:spPr>
              <p:txBody>
                <a:bodyPr/>
                <a:lstStyle/>
                <a:p>
                  <a:endParaRPr lang="en-US"/>
                </a:p>
              </p:txBody>
            </p:sp>
            <p:sp>
              <p:nvSpPr>
                <p:cNvPr id="27" name="Freeform 26">
                  <a:extLst>
                    <a:ext uri="{FF2B5EF4-FFF2-40B4-BE49-F238E27FC236}">
                      <a16:creationId xmlns:a16="http://schemas.microsoft.com/office/drawing/2014/main" id="{F175B213-6689-FC4F-DAEC-1145C1D2D30C}"/>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grpFill/>
                <a:ln w="2699" cap="flat">
                  <a:noFill/>
                  <a:prstDash val="solid"/>
                  <a:miter/>
                </a:ln>
              </p:spPr>
              <p:txBody>
                <a:bodyPr/>
                <a:lstStyle/>
                <a:p>
                  <a:endParaRPr lang="en-US"/>
                </a:p>
              </p:txBody>
            </p:sp>
            <p:sp>
              <p:nvSpPr>
                <p:cNvPr id="28" name="Rectangle 27">
                  <a:extLst>
                    <a:ext uri="{FF2B5EF4-FFF2-40B4-BE49-F238E27FC236}">
                      <a16:creationId xmlns:a16="http://schemas.microsoft.com/office/drawing/2014/main" id="{288B6E91-942B-F78A-CCAE-69037F6B745C}"/>
                    </a:ext>
                  </a:extLst>
                </p:cNvPr>
                <p:cNvSpPr/>
                <p:nvPr/>
              </p:nvSpPr>
              <p:spPr>
                <a:xfrm>
                  <a:off x="8566434" y="4894372"/>
                  <a:ext cx="11659" cy="59143"/>
                </a:xfrm>
                <a:prstGeom prst="rect">
                  <a:avLst/>
                </a:prstGeom>
                <a:grpFill/>
                <a:ln w="2699" cap="flat">
                  <a:noFill/>
                  <a:prstDash val="solid"/>
                  <a:miter/>
                </a:ln>
              </p:spPr>
              <p:txBody>
                <a:bodyPr/>
                <a:lstStyle/>
                <a:p>
                  <a:endParaRPr lang="en-US"/>
                </a:p>
              </p:txBody>
            </p:sp>
            <p:sp>
              <p:nvSpPr>
                <p:cNvPr id="29" name="Freeform 28">
                  <a:extLst>
                    <a:ext uri="{FF2B5EF4-FFF2-40B4-BE49-F238E27FC236}">
                      <a16:creationId xmlns:a16="http://schemas.microsoft.com/office/drawing/2014/main" id="{D6D25D7B-A544-DF1B-7928-89ECF8E63B68}"/>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grpFill/>
                <a:ln w="2699" cap="flat">
                  <a:noFill/>
                  <a:prstDash val="solid"/>
                  <a:miter/>
                </a:ln>
              </p:spPr>
              <p:txBody>
                <a:bodyPr/>
                <a:lstStyle/>
                <a:p>
                  <a:endParaRPr lang="en-US"/>
                </a:p>
              </p:txBody>
            </p:sp>
          </p:grpSp>
          <p:sp>
            <p:nvSpPr>
              <p:cNvPr id="21" name="Freeform 20">
                <a:extLst>
                  <a:ext uri="{FF2B5EF4-FFF2-40B4-BE49-F238E27FC236}">
                    <a16:creationId xmlns:a16="http://schemas.microsoft.com/office/drawing/2014/main" id="{63AAE4A0-C3F0-079B-E6B9-B4414D3814C6}"/>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grpFill/>
              <a:ln w="2699" cap="flat">
                <a:noFill/>
                <a:prstDash val="solid"/>
                <a:miter/>
              </a:ln>
            </p:spPr>
            <p:txBody>
              <a:bodyPr/>
              <a:lstStyle/>
              <a:p>
                <a:endParaRPr lang="en-US"/>
              </a:p>
            </p:txBody>
          </p:sp>
        </p:grpSp>
        <p:sp>
          <p:nvSpPr>
            <p:cNvPr id="5" name="Freeform 4">
              <a:extLst>
                <a:ext uri="{FF2B5EF4-FFF2-40B4-BE49-F238E27FC236}">
                  <a16:creationId xmlns:a16="http://schemas.microsoft.com/office/drawing/2014/main" id="{DE998296-CE33-9725-CAEB-AE4755A5584D}"/>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grpFill/>
            <a:ln w="2699" cap="flat">
              <a:noFill/>
              <a:prstDash val="solid"/>
              <a:miter/>
            </a:ln>
          </p:spPr>
          <p:txBody>
            <a:bodyPr/>
            <a:lstStyle/>
            <a:p>
              <a:endParaRPr lang="en-US"/>
            </a:p>
          </p:txBody>
        </p:sp>
        <p:sp>
          <p:nvSpPr>
            <p:cNvPr id="9" name="Freeform 8">
              <a:extLst>
                <a:ext uri="{FF2B5EF4-FFF2-40B4-BE49-F238E27FC236}">
                  <a16:creationId xmlns:a16="http://schemas.microsoft.com/office/drawing/2014/main" id="{D6244A1C-9871-30B3-E2D2-41A5FCEDF8CB}"/>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grpFill/>
            <a:ln w="2699" cap="flat">
              <a:noFill/>
              <a:prstDash val="solid"/>
              <a:miter/>
            </a:ln>
          </p:spPr>
          <p:txBody>
            <a:bodyPr/>
            <a:lstStyle/>
            <a:p>
              <a:endParaRPr lang="en-US"/>
            </a:p>
          </p:txBody>
        </p:sp>
        <p:sp>
          <p:nvSpPr>
            <p:cNvPr id="10" name="Freeform 9">
              <a:extLst>
                <a:ext uri="{FF2B5EF4-FFF2-40B4-BE49-F238E27FC236}">
                  <a16:creationId xmlns:a16="http://schemas.microsoft.com/office/drawing/2014/main" id="{A7FA99D3-4A11-562D-AC95-1DB737358B05}"/>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grpFill/>
            <a:ln w="2699" cap="flat">
              <a:noFill/>
              <a:prstDash val="solid"/>
              <a:miter/>
            </a:ln>
          </p:spPr>
          <p:txBody>
            <a:bodyPr/>
            <a:lstStyle/>
            <a:p>
              <a:endParaRPr lang="en-US"/>
            </a:p>
          </p:txBody>
        </p:sp>
        <p:grpSp>
          <p:nvGrpSpPr>
            <p:cNvPr id="17" name="Picture 8">
              <a:extLst>
                <a:ext uri="{FF2B5EF4-FFF2-40B4-BE49-F238E27FC236}">
                  <a16:creationId xmlns:a16="http://schemas.microsoft.com/office/drawing/2014/main" id="{4C8FCE02-4FC2-3FE7-B1BE-D6C5BF659E78}"/>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grpFill/>
          </p:grpSpPr>
          <p:sp>
            <p:nvSpPr>
              <p:cNvPr id="18" name="Freeform 17">
                <a:extLst>
                  <a:ext uri="{FF2B5EF4-FFF2-40B4-BE49-F238E27FC236}">
                    <a16:creationId xmlns:a16="http://schemas.microsoft.com/office/drawing/2014/main" id="{E8E078D7-2569-90DE-5EEA-3158A77B1A90}"/>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grpFill/>
              <a:ln w="2699" cap="flat">
                <a:noFill/>
                <a:prstDash val="solid"/>
                <a:miter/>
              </a:ln>
            </p:spPr>
            <p:txBody>
              <a:bodyPr/>
              <a:lstStyle/>
              <a:p>
                <a:endParaRPr lang="en-US"/>
              </a:p>
            </p:txBody>
          </p:sp>
          <p:sp>
            <p:nvSpPr>
              <p:cNvPr id="19" name="Freeform 18">
                <a:extLst>
                  <a:ext uri="{FF2B5EF4-FFF2-40B4-BE49-F238E27FC236}">
                    <a16:creationId xmlns:a16="http://schemas.microsoft.com/office/drawing/2014/main" id="{5B540775-490A-399B-ECFA-CD830384C19E}"/>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grpFill/>
              <a:ln w="2699" cap="flat">
                <a:noFill/>
                <a:prstDash val="solid"/>
                <a:miter/>
              </a:ln>
            </p:spPr>
            <p:txBody>
              <a:bodyPr/>
              <a:lstStyle/>
              <a:p>
                <a:endParaRPr lang="en-US"/>
              </a:p>
            </p:txBody>
          </p:sp>
        </p:grpSp>
      </p:grpSp>
    </p:spTree>
    <p:extLst>
      <p:ext uri="{BB962C8B-B14F-4D97-AF65-F5344CB8AC3E}">
        <p14:creationId xmlns:p14="http://schemas.microsoft.com/office/powerpoint/2010/main" val="229369814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EF2642-A114-AFE4-0E53-8C3246A1C75C}"/>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l="1166" t="3889" r="827" b="4229"/>
          <a:stretch>
            <a:fillRect/>
          </a:stretch>
        </p:blipFill>
        <p:spPr>
          <a:xfrm>
            <a:off x="0" y="0"/>
            <a:ext cx="9144000" cy="5143500"/>
          </a:xfrm>
          <a:prstGeom prst="rect">
            <a:avLst/>
          </a:prstGeom>
        </p:spPr>
      </p:pic>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b"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grpSp>
        <p:nvGrpSpPr>
          <p:cNvPr id="26" name="Group 25">
            <a:extLst>
              <a:ext uri="{FF2B5EF4-FFF2-40B4-BE49-F238E27FC236}">
                <a16:creationId xmlns:a16="http://schemas.microsoft.com/office/drawing/2014/main" id="{4941FFD5-511F-9291-335C-F1780A2E2CBE}"/>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27" name="Picture 8">
              <a:extLst>
                <a:ext uri="{FF2B5EF4-FFF2-40B4-BE49-F238E27FC236}">
                  <a16:creationId xmlns:a16="http://schemas.microsoft.com/office/drawing/2014/main" id="{DDAD8115-CD20-8582-097E-4AF379D8D907}"/>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34" name="Picture 8">
                <a:extLst>
                  <a:ext uri="{FF2B5EF4-FFF2-40B4-BE49-F238E27FC236}">
                    <a16:creationId xmlns:a16="http://schemas.microsoft.com/office/drawing/2014/main" id="{B097CECA-4AE3-8361-9171-9418285B32A8}"/>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36" name="Freeform 35">
                  <a:extLst>
                    <a:ext uri="{FF2B5EF4-FFF2-40B4-BE49-F238E27FC236}">
                      <a16:creationId xmlns:a16="http://schemas.microsoft.com/office/drawing/2014/main" id="{7ED4BD44-2DC6-FD17-5310-887CE1DC9AAF}"/>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37" name="Rectangle 36">
                  <a:extLst>
                    <a:ext uri="{FF2B5EF4-FFF2-40B4-BE49-F238E27FC236}">
                      <a16:creationId xmlns:a16="http://schemas.microsoft.com/office/drawing/2014/main" id="{10C6F0C9-0ABD-E43D-2E37-F6EA195F3C36}"/>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38" name="Freeform 37">
                  <a:extLst>
                    <a:ext uri="{FF2B5EF4-FFF2-40B4-BE49-F238E27FC236}">
                      <a16:creationId xmlns:a16="http://schemas.microsoft.com/office/drawing/2014/main" id="{4D048E2F-76E6-515E-71B2-552876AABFFF}"/>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39" name="Freeform 38">
                  <a:extLst>
                    <a:ext uri="{FF2B5EF4-FFF2-40B4-BE49-F238E27FC236}">
                      <a16:creationId xmlns:a16="http://schemas.microsoft.com/office/drawing/2014/main" id="{8443DA47-C36E-366E-D896-D4ECC5C00FF3}"/>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40" name="Freeform 39">
                  <a:extLst>
                    <a:ext uri="{FF2B5EF4-FFF2-40B4-BE49-F238E27FC236}">
                      <a16:creationId xmlns:a16="http://schemas.microsoft.com/office/drawing/2014/main" id="{DDC1E867-9BAB-965A-371B-B27B84023AF2}"/>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41" name="Freeform 40">
                  <a:extLst>
                    <a:ext uri="{FF2B5EF4-FFF2-40B4-BE49-F238E27FC236}">
                      <a16:creationId xmlns:a16="http://schemas.microsoft.com/office/drawing/2014/main" id="{247897DF-E543-DC81-C349-79AF24FBCA1E}"/>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42" name="Rectangle 41">
                  <a:extLst>
                    <a:ext uri="{FF2B5EF4-FFF2-40B4-BE49-F238E27FC236}">
                      <a16:creationId xmlns:a16="http://schemas.microsoft.com/office/drawing/2014/main" id="{14DB8947-0699-2AE1-D07D-4157B9A8572A}"/>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43" name="Freeform 42">
                  <a:extLst>
                    <a:ext uri="{FF2B5EF4-FFF2-40B4-BE49-F238E27FC236}">
                      <a16:creationId xmlns:a16="http://schemas.microsoft.com/office/drawing/2014/main" id="{90E78B46-3637-997C-81AF-06E70DF98920}"/>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35" name="Freeform 34">
                <a:extLst>
                  <a:ext uri="{FF2B5EF4-FFF2-40B4-BE49-F238E27FC236}">
                    <a16:creationId xmlns:a16="http://schemas.microsoft.com/office/drawing/2014/main" id="{AB19736B-5AEA-9E4D-5366-15F81570BD6B}"/>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28" name="Freeform 27">
              <a:extLst>
                <a:ext uri="{FF2B5EF4-FFF2-40B4-BE49-F238E27FC236}">
                  <a16:creationId xmlns:a16="http://schemas.microsoft.com/office/drawing/2014/main" id="{4361BA47-A4E8-6F4C-2D0D-FE8FE010D260}"/>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29" name="Freeform 28">
              <a:extLst>
                <a:ext uri="{FF2B5EF4-FFF2-40B4-BE49-F238E27FC236}">
                  <a16:creationId xmlns:a16="http://schemas.microsoft.com/office/drawing/2014/main" id="{33506D36-73D3-BA40-FF9C-EE7AB0E45560}"/>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30" name="Freeform 29">
              <a:extLst>
                <a:ext uri="{FF2B5EF4-FFF2-40B4-BE49-F238E27FC236}">
                  <a16:creationId xmlns:a16="http://schemas.microsoft.com/office/drawing/2014/main" id="{2D976B3E-9747-D353-5C6A-32C51F20276A}"/>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31" name="Picture 8">
              <a:extLst>
                <a:ext uri="{FF2B5EF4-FFF2-40B4-BE49-F238E27FC236}">
                  <a16:creationId xmlns:a16="http://schemas.microsoft.com/office/drawing/2014/main" id="{92EF1D42-58E5-8861-D7AD-00015214E0EF}"/>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32" name="Freeform 31">
                <a:extLst>
                  <a:ext uri="{FF2B5EF4-FFF2-40B4-BE49-F238E27FC236}">
                    <a16:creationId xmlns:a16="http://schemas.microsoft.com/office/drawing/2014/main" id="{BD0A8182-FE36-91A5-FCB7-D4ABA2998DF9}"/>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33" name="Freeform 32">
                <a:extLst>
                  <a:ext uri="{FF2B5EF4-FFF2-40B4-BE49-F238E27FC236}">
                    <a16:creationId xmlns:a16="http://schemas.microsoft.com/office/drawing/2014/main" id="{6737FABA-9100-0C62-58C1-F7C37F6C8632}"/>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392040526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51542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17084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Offer comm">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365514"/>
            <a:ext cx="4114803" cy="880304"/>
          </a:xfrm>
          <a:prstGeom prst="rect">
            <a:avLst/>
          </a:prstGeom>
        </p:spPr>
        <p:txBody>
          <a:bodyPr wrap="none" lIns="0" tIns="0" rIns="0" bIns="0" anchor="b" anchorCtr="0">
            <a:noAutofit/>
          </a:bodyPr>
          <a:lstStyle>
            <a:lvl1pPr marL="0" indent="0" algn="l">
              <a:lnSpc>
                <a:spcPts val="3200"/>
              </a:lnSpc>
              <a:buFont typeface="Arial"/>
              <a:buNone/>
              <a:defRPr sz="2800" b="0">
                <a:solidFill>
                  <a:schemeClr val="accent5"/>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140660"/>
            <a:ext cx="3438016" cy="2591734"/>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93332983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b"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grpSp>
        <p:nvGrpSpPr>
          <p:cNvPr id="4" name="Group 3">
            <a:extLst>
              <a:ext uri="{FF2B5EF4-FFF2-40B4-BE49-F238E27FC236}">
                <a16:creationId xmlns:a16="http://schemas.microsoft.com/office/drawing/2014/main" id="{8B2AB0EF-B763-13BC-189E-A46AC7B6F88F}"/>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5" name="Picture 8">
              <a:extLst>
                <a:ext uri="{FF2B5EF4-FFF2-40B4-BE49-F238E27FC236}">
                  <a16:creationId xmlns:a16="http://schemas.microsoft.com/office/drawing/2014/main" id="{19645BDB-0DA8-4003-B6BC-B49A1EE66268}"/>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16" name="Picture 8">
                <a:extLst>
                  <a:ext uri="{FF2B5EF4-FFF2-40B4-BE49-F238E27FC236}">
                    <a16:creationId xmlns:a16="http://schemas.microsoft.com/office/drawing/2014/main" id="{14307C07-5D67-00A1-B10B-5C8B166BD0D2}"/>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18" name="Freeform 17">
                  <a:extLst>
                    <a:ext uri="{FF2B5EF4-FFF2-40B4-BE49-F238E27FC236}">
                      <a16:creationId xmlns:a16="http://schemas.microsoft.com/office/drawing/2014/main" id="{B038545C-81F5-149A-8556-E6AC9B06C0A5}"/>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19" name="Rectangle 18">
                  <a:extLst>
                    <a:ext uri="{FF2B5EF4-FFF2-40B4-BE49-F238E27FC236}">
                      <a16:creationId xmlns:a16="http://schemas.microsoft.com/office/drawing/2014/main" id="{83A8FE5D-6BE9-123E-B64F-EAA8C0040139}"/>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20" name="Freeform 19">
                  <a:extLst>
                    <a:ext uri="{FF2B5EF4-FFF2-40B4-BE49-F238E27FC236}">
                      <a16:creationId xmlns:a16="http://schemas.microsoft.com/office/drawing/2014/main" id="{96E06B62-9D21-CF71-2EE3-EA8DC52C0F58}"/>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3AC8AA93-57B7-3A25-DE25-EBB8CA0174FC}"/>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22" name="Freeform 21">
                  <a:extLst>
                    <a:ext uri="{FF2B5EF4-FFF2-40B4-BE49-F238E27FC236}">
                      <a16:creationId xmlns:a16="http://schemas.microsoft.com/office/drawing/2014/main" id="{085932C9-A958-0956-8C6E-D051A8395799}"/>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486BFF7E-39C6-73BA-88C9-2E07F88EC662}"/>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24" name="Rectangle 23">
                  <a:extLst>
                    <a:ext uri="{FF2B5EF4-FFF2-40B4-BE49-F238E27FC236}">
                      <a16:creationId xmlns:a16="http://schemas.microsoft.com/office/drawing/2014/main" id="{C6608C1B-DB00-EF1A-1D76-A2373114E04E}"/>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25" name="Freeform 24">
                  <a:extLst>
                    <a:ext uri="{FF2B5EF4-FFF2-40B4-BE49-F238E27FC236}">
                      <a16:creationId xmlns:a16="http://schemas.microsoft.com/office/drawing/2014/main" id="{E51096A3-535B-D125-795A-304B0E13427C}"/>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17" name="Freeform 16">
                <a:extLst>
                  <a:ext uri="{FF2B5EF4-FFF2-40B4-BE49-F238E27FC236}">
                    <a16:creationId xmlns:a16="http://schemas.microsoft.com/office/drawing/2014/main" id="{D6C0B44D-7961-1CD5-B758-0086EF076DA4}"/>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6" name="Freeform 5">
              <a:extLst>
                <a:ext uri="{FF2B5EF4-FFF2-40B4-BE49-F238E27FC236}">
                  <a16:creationId xmlns:a16="http://schemas.microsoft.com/office/drawing/2014/main" id="{E855903F-D404-E90D-8856-F707D6BCF2B6}"/>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8" name="Freeform 7">
              <a:extLst>
                <a:ext uri="{FF2B5EF4-FFF2-40B4-BE49-F238E27FC236}">
                  <a16:creationId xmlns:a16="http://schemas.microsoft.com/office/drawing/2014/main" id="{EF24FC8B-6D7C-2BF7-AEA3-3C937C864C4F}"/>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12" name="Freeform 11">
              <a:extLst>
                <a:ext uri="{FF2B5EF4-FFF2-40B4-BE49-F238E27FC236}">
                  <a16:creationId xmlns:a16="http://schemas.microsoft.com/office/drawing/2014/main" id="{CABBD12A-1D5C-276E-7812-CC4AA9C62321}"/>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13" name="Picture 8">
              <a:extLst>
                <a:ext uri="{FF2B5EF4-FFF2-40B4-BE49-F238E27FC236}">
                  <a16:creationId xmlns:a16="http://schemas.microsoft.com/office/drawing/2014/main" id="{8A695A7C-DFD8-6767-8B52-DEE726737F35}"/>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14" name="Freeform 13">
                <a:extLst>
                  <a:ext uri="{FF2B5EF4-FFF2-40B4-BE49-F238E27FC236}">
                    <a16:creationId xmlns:a16="http://schemas.microsoft.com/office/drawing/2014/main" id="{2CAAC340-262F-EF3F-CA7C-129F7F4CD838}"/>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15" name="Freeform 14">
                <a:extLst>
                  <a:ext uri="{FF2B5EF4-FFF2-40B4-BE49-F238E27FC236}">
                    <a16:creationId xmlns:a16="http://schemas.microsoft.com/office/drawing/2014/main" id="{DF9DAAC4-6F67-F4BD-ED4F-F044C8BEB649}"/>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303218254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98096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95664696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DD95CC-33E4-2547-EC3A-85A1C4D7564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0" y="0"/>
            <a:ext cx="9144000" cy="5143500"/>
          </a:xfrm>
          <a:prstGeom prst="rect">
            <a:avLst/>
          </a:prstGeom>
        </p:spPr>
      </p:pic>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grpSp>
        <p:nvGrpSpPr>
          <p:cNvPr id="4" name="Group 3">
            <a:extLst>
              <a:ext uri="{FF2B5EF4-FFF2-40B4-BE49-F238E27FC236}">
                <a16:creationId xmlns:a16="http://schemas.microsoft.com/office/drawing/2014/main" id="{5A2ED88F-146C-B167-81BA-A81A0D9723CF}"/>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5" name="Picture 8">
              <a:extLst>
                <a:ext uri="{FF2B5EF4-FFF2-40B4-BE49-F238E27FC236}">
                  <a16:creationId xmlns:a16="http://schemas.microsoft.com/office/drawing/2014/main" id="{6E02C3CF-66C3-019F-E134-8ABBC54869A0}"/>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14" name="Picture 8">
                <a:extLst>
                  <a:ext uri="{FF2B5EF4-FFF2-40B4-BE49-F238E27FC236}">
                    <a16:creationId xmlns:a16="http://schemas.microsoft.com/office/drawing/2014/main" id="{170AEF10-FA86-6B7A-31A4-F03E45FB719F}"/>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16" name="Freeform 15">
                  <a:extLst>
                    <a:ext uri="{FF2B5EF4-FFF2-40B4-BE49-F238E27FC236}">
                      <a16:creationId xmlns:a16="http://schemas.microsoft.com/office/drawing/2014/main" id="{8CFDF687-2E59-351C-810C-08D851192BE4}"/>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17" name="Rectangle 16">
                  <a:extLst>
                    <a:ext uri="{FF2B5EF4-FFF2-40B4-BE49-F238E27FC236}">
                      <a16:creationId xmlns:a16="http://schemas.microsoft.com/office/drawing/2014/main" id="{3AF152DE-05D0-EE78-F3E4-93074EFAEFE8}"/>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18" name="Freeform 17">
                  <a:extLst>
                    <a:ext uri="{FF2B5EF4-FFF2-40B4-BE49-F238E27FC236}">
                      <a16:creationId xmlns:a16="http://schemas.microsoft.com/office/drawing/2014/main" id="{310B9328-43DA-2A5F-5EC8-71572AC77240}"/>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19" name="Freeform 18">
                  <a:extLst>
                    <a:ext uri="{FF2B5EF4-FFF2-40B4-BE49-F238E27FC236}">
                      <a16:creationId xmlns:a16="http://schemas.microsoft.com/office/drawing/2014/main" id="{374F88FF-9815-35FD-65D1-ACE172B2C5AD}"/>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20" name="Freeform 19">
                  <a:extLst>
                    <a:ext uri="{FF2B5EF4-FFF2-40B4-BE49-F238E27FC236}">
                      <a16:creationId xmlns:a16="http://schemas.microsoft.com/office/drawing/2014/main" id="{0CFA771F-C9B9-623C-665A-621BAC39E4E3}"/>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49002B5E-A125-3708-2170-2C85103EB7F0}"/>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22" name="Rectangle 21">
                  <a:extLst>
                    <a:ext uri="{FF2B5EF4-FFF2-40B4-BE49-F238E27FC236}">
                      <a16:creationId xmlns:a16="http://schemas.microsoft.com/office/drawing/2014/main" id="{C466E0B9-9B06-C0CB-EA2E-DE65FBFF6586}"/>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5F14D65C-C2C2-F0E1-5E66-E370DCEC5C7E}"/>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15" name="Freeform 14">
                <a:extLst>
                  <a:ext uri="{FF2B5EF4-FFF2-40B4-BE49-F238E27FC236}">
                    <a16:creationId xmlns:a16="http://schemas.microsoft.com/office/drawing/2014/main" id="{C8090CCD-4BF2-7002-9D5B-2AAF3D05441C}"/>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8" name="Freeform 7">
              <a:extLst>
                <a:ext uri="{FF2B5EF4-FFF2-40B4-BE49-F238E27FC236}">
                  <a16:creationId xmlns:a16="http://schemas.microsoft.com/office/drawing/2014/main" id="{329D2C28-B41D-14BB-A484-BEF3A22746B5}"/>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9" name="Freeform 8">
              <a:extLst>
                <a:ext uri="{FF2B5EF4-FFF2-40B4-BE49-F238E27FC236}">
                  <a16:creationId xmlns:a16="http://schemas.microsoft.com/office/drawing/2014/main" id="{1C2C1330-F3E4-05AB-8F2D-25EA1BD7B0A2}"/>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10" name="Freeform 9">
              <a:extLst>
                <a:ext uri="{FF2B5EF4-FFF2-40B4-BE49-F238E27FC236}">
                  <a16:creationId xmlns:a16="http://schemas.microsoft.com/office/drawing/2014/main" id="{AA9A9E23-62DE-398F-73F0-8FF454872FE5}"/>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11" name="Picture 8">
              <a:extLst>
                <a:ext uri="{FF2B5EF4-FFF2-40B4-BE49-F238E27FC236}">
                  <a16:creationId xmlns:a16="http://schemas.microsoft.com/office/drawing/2014/main" id="{1BB50EB6-4073-1DD4-1C30-0DAE5C3843D9}"/>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12" name="Freeform 11">
                <a:extLst>
                  <a:ext uri="{FF2B5EF4-FFF2-40B4-BE49-F238E27FC236}">
                    <a16:creationId xmlns:a16="http://schemas.microsoft.com/office/drawing/2014/main" id="{BF857A6F-7A9A-9895-CEFA-C04FFE18000C}"/>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13" name="Freeform 12">
                <a:extLst>
                  <a:ext uri="{FF2B5EF4-FFF2-40B4-BE49-F238E27FC236}">
                    <a16:creationId xmlns:a16="http://schemas.microsoft.com/office/drawing/2014/main" id="{7C4C68A7-AA97-E244-2711-3777040B4C32}"/>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37024277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93269691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4675580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54563479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68241251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92219611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6718135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19978835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54817278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3707318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361351779"/>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67063603"/>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accent5"/>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accent5"/>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38568580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8681396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grpSp>
        <p:nvGrpSpPr>
          <p:cNvPr id="4" name="Group 3">
            <a:extLst>
              <a:ext uri="{FF2B5EF4-FFF2-40B4-BE49-F238E27FC236}">
                <a16:creationId xmlns:a16="http://schemas.microsoft.com/office/drawing/2014/main" id="{29C17309-D235-2F02-C7BC-2ED207AC7349}"/>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5" name="Picture 8">
              <a:extLst>
                <a:ext uri="{FF2B5EF4-FFF2-40B4-BE49-F238E27FC236}">
                  <a16:creationId xmlns:a16="http://schemas.microsoft.com/office/drawing/2014/main" id="{B34E9C5A-7C1E-684B-3D5C-7FDD5078D1E5}"/>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14" name="Picture 8">
                <a:extLst>
                  <a:ext uri="{FF2B5EF4-FFF2-40B4-BE49-F238E27FC236}">
                    <a16:creationId xmlns:a16="http://schemas.microsoft.com/office/drawing/2014/main" id="{056C87CB-0E9F-4AAE-E682-6DCD0E64D090}"/>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16" name="Freeform 15">
                  <a:extLst>
                    <a:ext uri="{FF2B5EF4-FFF2-40B4-BE49-F238E27FC236}">
                      <a16:creationId xmlns:a16="http://schemas.microsoft.com/office/drawing/2014/main" id="{11EE0F8E-D397-4562-858F-C20CBA878A48}"/>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17" name="Rectangle 16">
                  <a:extLst>
                    <a:ext uri="{FF2B5EF4-FFF2-40B4-BE49-F238E27FC236}">
                      <a16:creationId xmlns:a16="http://schemas.microsoft.com/office/drawing/2014/main" id="{A08B917A-FA2A-D94F-0EB3-219CBA786F8D}"/>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18" name="Freeform 17">
                  <a:extLst>
                    <a:ext uri="{FF2B5EF4-FFF2-40B4-BE49-F238E27FC236}">
                      <a16:creationId xmlns:a16="http://schemas.microsoft.com/office/drawing/2014/main" id="{B247440A-0137-BC0F-DE6A-EB4F06321AF2}"/>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19" name="Freeform 18">
                  <a:extLst>
                    <a:ext uri="{FF2B5EF4-FFF2-40B4-BE49-F238E27FC236}">
                      <a16:creationId xmlns:a16="http://schemas.microsoft.com/office/drawing/2014/main" id="{252FB1A5-2B8F-AC56-1B4A-04AE97950FD6}"/>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20" name="Freeform 19">
                  <a:extLst>
                    <a:ext uri="{FF2B5EF4-FFF2-40B4-BE49-F238E27FC236}">
                      <a16:creationId xmlns:a16="http://schemas.microsoft.com/office/drawing/2014/main" id="{48F7AC21-17F3-8760-C5DC-E381C3E294D2}"/>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9B45C192-361E-7FEB-724D-216099B72771}"/>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22" name="Rectangle 21">
                  <a:extLst>
                    <a:ext uri="{FF2B5EF4-FFF2-40B4-BE49-F238E27FC236}">
                      <a16:creationId xmlns:a16="http://schemas.microsoft.com/office/drawing/2014/main" id="{4471BD1C-B6B6-4823-886D-DE3EBE7261F3}"/>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48F207A8-5030-70EE-B756-ECE0F157F339}"/>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15" name="Freeform 14">
                <a:extLst>
                  <a:ext uri="{FF2B5EF4-FFF2-40B4-BE49-F238E27FC236}">
                    <a16:creationId xmlns:a16="http://schemas.microsoft.com/office/drawing/2014/main" id="{1AC62627-4559-2E36-D238-A41796BBF183}"/>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6" name="Freeform 5">
              <a:extLst>
                <a:ext uri="{FF2B5EF4-FFF2-40B4-BE49-F238E27FC236}">
                  <a16:creationId xmlns:a16="http://schemas.microsoft.com/office/drawing/2014/main" id="{3BF3A6E9-2638-FF28-E37F-8906A64ACB10}"/>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7" name="Freeform 6">
              <a:extLst>
                <a:ext uri="{FF2B5EF4-FFF2-40B4-BE49-F238E27FC236}">
                  <a16:creationId xmlns:a16="http://schemas.microsoft.com/office/drawing/2014/main" id="{CADC27F4-A6D2-9443-00CB-6FF8B30CE58B}"/>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10" name="Freeform 9">
              <a:extLst>
                <a:ext uri="{FF2B5EF4-FFF2-40B4-BE49-F238E27FC236}">
                  <a16:creationId xmlns:a16="http://schemas.microsoft.com/office/drawing/2014/main" id="{752BA7CF-AAE4-A601-E351-549CC4EB55FA}"/>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11" name="Picture 8">
              <a:extLst>
                <a:ext uri="{FF2B5EF4-FFF2-40B4-BE49-F238E27FC236}">
                  <a16:creationId xmlns:a16="http://schemas.microsoft.com/office/drawing/2014/main" id="{901CD15E-048C-8764-38EA-DC13A7D59124}"/>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12" name="Freeform 11">
                <a:extLst>
                  <a:ext uri="{FF2B5EF4-FFF2-40B4-BE49-F238E27FC236}">
                    <a16:creationId xmlns:a16="http://schemas.microsoft.com/office/drawing/2014/main" id="{0C20C8B5-573A-9BAE-58D1-5C340A82452D}"/>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13" name="Freeform 12">
                <a:extLst>
                  <a:ext uri="{FF2B5EF4-FFF2-40B4-BE49-F238E27FC236}">
                    <a16:creationId xmlns:a16="http://schemas.microsoft.com/office/drawing/2014/main" id="{BA5C0089-7A66-CE74-8960-8776D26A8395}"/>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344575329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47974121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accent5"/>
                </a:solidFill>
                <a:latin typeface="+mj-lt"/>
                <a:ea typeface="+mj-ea"/>
                <a:cs typeface="Arial"/>
              </a:rPr>
              <a:t>Advancing Energy</a:t>
            </a:r>
            <a:r>
              <a:rPr lang="en-US" sz="3400" b="0" kern="1200" baseline="0">
                <a:solidFill>
                  <a:schemeClr val="accent5"/>
                </a:solidFill>
                <a:latin typeface="+mj-lt"/>
                <a:ea typeface="+mn-ea"/>
                <a:cs typeface="Arial"/>
              </a:rPr>
              <a:t> </a:t>
            </a:r>
            <a:r>
              <a:rPr lang="en-US" sz="3400" b="0" kern="1200" baseline="0">
                <a:solidFill>
                  <a:schemeClr val="accent5"/>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50488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865E788-12B5-D1B2-ECDA-46D07D1A8DB4}"/>
              </a:ext>
              <a:ext uri="{C183D7F6-B498-43B3-948B-1728B52AA6E4}">
                <adec:decorative xmlns:adec="http://schemas.microsoft.com/office/drawing/2017/decorative" val="1"/>
              </a:ext>
            </a:extLst>
          </p:cNvPr>
          <p:cNvGrpSpPr/>
          <p:nvPr userDrawn="1"/>
        </p:nvGrpSpPr>
        <p:grpSpPr>
          <a:xfrm>
            <a:off x="0" y="0"/>
            <a:ext cx="9144000" cy="5143500"/>
            <a:chOff x="0" y="0"/>
            <a:chExt cx="9144000" cy="5143500"/>
          </a:xfrm>
        </p:grpSpPr>
        <p:pic>
          <p:nvPicPr>
            <p:cNvPr id="4" name="Picture 3">
              <a:extLst>
                <a:ext uri="{FF2B5EF4-FFF2-40B4-BE49-F238E27FC236}">
                  <a16:creationId xmlns:a16="http://schemas.microsoft.com/office/drawing/2014/main" id="{9DE9C7D6-1D4E-8818-CE5F-995923468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5" name="Picture 4">
              <a:extLst>
                <a:ext uri="{FF2B5EF4-FFF2-40B4-BE49-F238E27FC236}">
                  <a16:creationId xmlns:a16="http://schemas.microsoft.com/office/drawing/2014/main" id="{98DD973D-7CD6-921E-2053-18684B25C20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6903313" y="4524188"/>
              <a:ext cx="2240685" cy="619311"/>
            </a:xfrm>
            <a:prstGeom prst="rect">
              <a:avLst/>
            </a:prstGeom>
          </p:spPr>
        </p:pic>
      </p:grpSp>
      <p:sp>
        <p:nvSpPr>
          <p:cNvPr id="7" name="se.com capsule" descr="SE.com CTA&#10;">
            <a:hlinkClick r:id="rId4"/>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accent5"/>
                </a:solidFill>
                <a:effectLst/>
                <a:uLnTx/>
                <a:uFillTx/>
                <a:latin typeface="+mj-lt"/>
              </a:rPr>
              <a:t>s</a:t>
            </a:r>
            <a:r>
              <a:rPr kumimoji="0" lang="en-PL" sz="1400" b="0" i="0" u="none" strike="noStrike" kern="0" cap="none" spc="0" normalizeH="0" baseline="0" noProof="0">
                <a:ln>
                  <a:noFill/>
                </a:ln>
                <a:solidFill>
                  <a:schemeClr val="accent5"/>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accent5"/>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Schneider Electric trademark</a:t>
            </a:r>
            <a:r>
              <a:rPr lang="en-US" sz="800">
                <a:solidFill>
                  <a:schemeClr val="accent5"/>
                </a:solidFill>
                <a:latin typeface="+mn-lt"/>
                <a:cs typeface="Arial"/>
              </a:rPr>
              <a:t> </a:t>
            </a:r>
            <a:r>
              <a:rPr kumimoji="0" lang="en-US" sz="800" b="0" i="0" u="none" strike="noStrike" kern="1200" cap="none" spc="0" normalizeH="0" baseline="0" noProof="0">
                <a:ln>
                  <a:noFill/>
                </a:ln>
                <a:solidFill>
                  <a:schemeClr val="accent5"/>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All other trademarks are the property of their respective owners</a:t>
            </a:r>
          </a:p>
        </p:txBody>
      </p:sp>
      <p:pic>
        <p:nvPicPr>
          <p:cNvPr id="8" name="facebook icon" descr="Facebook icon">
            <a:hlinkClick r:id="rId5"/>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983168" y="4217281"/>
            <a:ext cx="201437" cy="201438"/>
          </a:xfrm>
          <a:prstGeom prst="rect">
            <a:avLst/>
          </a:prstGeom>
        </p:spPr>
      </p:pic>
      <p:pic>
        <p:nvPicPr>
          <p:cNvPr id="11" name="Linkedin icon" descr="LinkedIn icon">
            <a:hlinkClick r:id="rId7"/>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290131" y="4232776"/>
            <a:ext cx="201437" cy="170448"/>
          </a:xfrm>
          <a:prstGeom prst="rect">
            <a:avLst/>
          </a:prstGeom>
        </p:spPr>
      </p:pic>
      <p:pic>
        <p:nvPicPr>
          <p:cNvPr id="12" name="YouTube icon" descr="YouTube icon">
            <a:hlinkClick r:id="rId9"/>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597094" y="4242028"/>
            <a:ext cx="221581" cy="151942"/>
          </a:xfrm>
          <a:prstGeom prst="rect">
            <a:avLst/>
          </a:prstGeom>
        </p:spPr>
      </p:pic>
      <p:pic>
        <p:nvPicPr>
          <p:cNvPr id="13" name="X icon" descr="Twitter/X icon">
            <a:hlinkClick r:id="rId11"/>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7926199" y="4226075"/>
            <a:ext cx="179853" cy="183850"/>
          </a:xfrm>
          <a:prstGeom prst="rect">
            <a:avLst/>
          </a:prstGeom>
        </p:spPr>
      </p:pic>
      <p:pic>
        <p:nvPicPr>
          <p:cNvPr id="14" name="Instagram icon" descr="Instagram icon">
            <a:hlinkClick r:id="rId13"/>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213576" y="4226075"/>
            <a:ext cx="183849" cy="183850"/>
          </a:xfrm>
          <a:prstGeom prst="rect">
            <a:avLst/>
          </a:prstGeom>
        </p:spPr>
      </p:pic>
      <p:pic>
        <p:nvPicPr>
          <p:cNvPr id="15" name="SE blog icon" descr="SE Blog icon&#10;">
            <a:hlinkClick r:id="rId15"/>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6"/>
              </a:ext>
            </a:extLst>
          </a:blip>
          <a:srcRect/>
          <a:stretch/>
        </p:blipFill>
        <p:spPr>
          <a:xfrm>
            <a:off x="8502951" y="4226075"/>
            <a:ext cx="183849" cy="183850"/>
          </a:xfrm>
          <a:prstGeom prst="rect">
            <a:avLst/>
          </a:prstGeom>
        </p:spPr>
      </p:pic>
      <p:grpSp>
        <p:nvGrpSpPr>
          <p:cNvPr id="2" name="Group 1">
            <a:extLst>
              <a:ext uri="{FF2B5EF4-FFF2-40B4-BE49-F238E27FC236}">
                <a16:creationId xmlns:a16="http://schemas.microsoft.com/office/drawing/2014/main" id="{8090D079-C029-AB19-0C95-1C7CBDE60E9C}"/>
              </a:ext>
              <a:ext uri="{C183D7F6-B498-43B3-948B-1728B52AA6E4}">
                <adec:decorative xmlns:adec="http://schemas.microsoft.com/office/drawing/2017/decorative" val="1"/>
              </a:ext>
            </a:extLst>
          </p:cNvPr>
          <p:cNvGrpSpPr/>
          <p:nvPr userDrawn="1"/>
        </p:nvGrpSpPr>
        <p:grpSpPr>
          <a:xfrm>
            <a:off x="3304931" y="2195269"/>
            <a:ext cx="2534135" cy="752962"/>
            <a:chOff x="7710646" y="4687803"/>
            <a:chExt cx="975015" cy="289704"/>
          </a:xfrm>
        </p:grpSpPr>
        <p:grpSp>
          <p:nvGrpSpPr>
            <p:cNvPr id="9" name="Picture 8">
              <a:extLst>
                <a:ext uri="{FF2B5EF4-FFF2-40B4-BE49-F238E27FC236}">
                  <a16:creationId xmlns:a16="http://schemas.microsoft.com/office/drawing/2014/main" id="{C5658E72-DD80-C519-9A2E-95AFDBBDAB1E}"/>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22" name="Picture 8">
                <a:extLst>
                  <a:ext uri="{FF2B5EF4-FFF2-40B4-BE49-F238E27FC236}">
                    <a16:creationId xmlns:a16="http://schemas.microsoft.com/office/drawing/2014/main" id="{046BC3AD-FD2D-6383-391F-7B1C1FA553AA}"/>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24" name="Freeform 23">
                  <a:extLst>
                    <a:ext uri="{FF2B5EF4-FFF2-40B4-BE49-F238E27FC236}">
                      <a16:creationId xmlns:a16="http://schemas.microsoft.com/office/drawing/2014/main" id="{844DE405-79A5-44F5-5A1D-57978C2B176A}"/>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25" name="Rectangle 24">
                  <a:extLst>
                    <a:ext uri="{FF2B5EF4-FFF2-40B4-BE49-F238E27FC236}">
                      <a16:creationId xmlns:a16="http://schemas.microsoft.com/office/drawing/2014/main" id="{4AE628CA-D390-42EE-FF4A-0FBA3B637846}"/>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26" name="Freeform 25">
                  <a:extLst>
                    <a:ext uri="{FF2B5EF4-FFF2-40B4-BE49-F238E27FC236}">
                      <a16:creationId xmlns:a16="http://schemas.microsoft.com/office/drawing/2014/main" id="{4668ED66-378A-E2C2-34A8-0426937148DA}"/>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27" name="Freeform 26">
                  <a:extLst>
                    <a:ext uri="{FF2B5EF4-FFF2-40B4-BE49-F238E27FC236}">
                      <a16:creationId xmlns:a16="http://schemas.microsoft.com/office/drawing/2014/main" id="{5A1B47CA-3A66-2435-72D2-9021EE188669}"/>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28" name="Freeform 27">
                  <a:extLst>
                    <a:ext uri="{FF2B5EF4-FFF2-40B4-BE49-F238E27FC236}">
                      <a16:creationId xmlns:a16="http://schemas.microsoft.com/office/drawing/2014/main" id="{E6621769-8EC3-E6FB-AF4C-63551B1ED427}"/>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29" name="Freeform 28">
                  <a:extLst>
                    <a:ext uri="{FF2B5EF4-FFF2-40B4-BE49-F238E27FC236}">
                      <a16:creationId xmlns:a16="http://schemas.microsoft.com/office/drawing/2014/main" id="{C4770ACD-B740-8171-FE48-8CE2BD62BF63}"/>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30" name="Rectangle 29">
                  <a:extLst>
                    <a:ext uri="{FF2B5EF4-FFF2-40B4-BE49-F238E27FC236}">
                      <a16:creationId xmlns:a16="http://schemas.microsoft.com/office/drawing/2014/main" id="{1681953F-7FD0-CAFD-B530-AA1838F4C5AE}"/>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31" name="Freeform 30">
                  <a:extLst>
                    <a:ext uri="{FF2B5EF4-FFF2-40B4-BE49-F238E27FC236}">
                      <a16:creationId xmlns:a16="http://schemas.microsoft.com/office/drawing/2014/main" id="{00F940CB-D287-0997-1D50-5EB83320952B}"/>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23" name="Freeform 22">
                <a:extLst>
                  <a:ext uri="{FF2B5EF4-FFF2-40B4-BE49-F238E27FC236}">
                    <a16:creationId xmlns:a16="http://schemas.microsoft.com/office/drawing/2014/main" id="{26ED3004-7757-10ED-2821-433655E6D824}"/>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10" name="Freeform 9">
              <a:extLst>
                <a:ext uri="{FF2B5EF4-FFF2-40B4-BE49-F238E27FC236}">
                  <a16:creationId xmlns:a16="http://schemas.microsoft.com/office/drawing/2014/main" id="{A3CC3821-2A86-1ACA-84EE-E0828722610A}"/>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17" name="Freeform 16">
              <a:extLst>
                <a:ext uri="{FF2B5EF4-FFF2-40B4-BE49-F238E27FC236}">
                  <a16:creationId xmlns:a16="http://schemas.microsoft.com/office/drawing/2014/main" id="{3A787AE0-8237-92D7-4286-BA6CB5092591}"/>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18" name="Freeform 17">
              <a:extLst>
                <a:ext uri="{FF2B5EF4-FFF2-40B4-BE49-F238E27FC236}">
                  <a16:creationId xmlns:a16="http://schemas.microsoft.com/office/drawing/2014/main" id="{D8291AC4-8DB8-140D-0777-74FD8819325F}"/>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19" name="Picture 8">
              <a:extLst>
                <a:ext uri="{FF2B5EF4-FFF2-40B4-BE49-F238E27FC236}">
                  <a16:creationId xmlns:a16="http://schemas.microsoft.com/office/drawing/2014/main" id="{6F5E0D26-6A54-1F92-9A39-31BF0DD594AF}"/>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20" name="Freeform 19">
                <a:extLst>
                  <a:ext uri="{FF2B5EF4-FFF2-40B4-BE49-F238E27FC236}">
                    <a16:creationId xmlns:a16="http://schemas.microsoft.com/office/drawing/2014/main" id="{55FEC1EB-7D1A-0912-3F80-C4743CC96423}"/>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49B0913D-057A-A0A8-99FD-D2EA9B8C2741}"/>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19677147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theme" Target="../theme/theme2.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theme" Target="../theme/theme3.xml"/><Relationship Id="rId3" Type="http://schemas.openxmlformats.org/officeDocument/2006/relationships/slideLayout" Target="../slideLayouts/slideLayout53.xml"/><Relationship Id="rId21" Type="http://schemas.openxmlformats.org/officeDocument/2006/relationships/slideLayout" Target="../slideLayouts/slideLayout71.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slideLayout" Target="../slideLayouts/slideLayout93.xml"/><Relationship Id="rId26" Type="http://schemas.openxmlformats.org/officeDocument/2006/relationships/theme" Target="../theme/theme4.xml"/><Relationship Id="rId3" Type="http://schemas.openxmlformats.org/officeDocument/2006/relationships/slideLayout" Target="../slideLayouts/slideLayout78.xml"/><Relationship Id="rId21" Type="http://schemas.openxmlformats.org/officeDocument/2006/relationships/slideLayout" Target="../slideLayouts/slideLayout96.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slideLayout" Target="../slideLayouts/slideLayout100.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slideLayout" Target="../slideLayouts/slideLayout95.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10" Type="http://schemas.openxmlformats.org/officeDocument/2006/relationships/slideLayout" Target="../slideLayouts/slideLayout85.xml"/><Relationship Id="rId19" Type="http://schemas.openxmlformats.org/officeDocument/2006/relationships/slideLayout" Target="../slideLayouts/slideLayout94.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slideLayout" Target="../slideLayouts/slideLayout97.xml"/><Relationship Id="rId27" Type="http://schemas.openxmlformats.org/officeDocument/2006/relationships/image" Target="../media/image1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tx1"/>
                </a:solidFill>
              </a:defRPr>
            </a:lvl1pPr>
          </a:lstStyle>
          <a:p>
            <a:r>
              <a:rPr lang="en-US"/>
              <a:t>©2026 Schneider Electric. All Rights Reserved.</a:t>
            </a:r>
            <a:endParaRPr lang="en-US">
              <a:solidFill>
                <a:schemeClr val="tx1"/>
              </a:solidFill>
            </a:endParaRP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tx1"/>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grpSp>
        <p:nvGrpSpPr>
          <p:cNvPr id="28" name="Group 27">
            <a:extLst>
              <a:ext uri="{FF2B5EF4-FFF2-40B4-BE49-F238E27FC236}">
                <a16:creationId xmlns:a16="http://schemas.microsoft.com/office/drawing/2014/main" id="{06063500-D483-3F8D-04AD-E624F1EFF0BB}"/>
              </a:ext>
              <a:ext uri="{C183D7F6-B498-43B3-948B-1728B52AA6E4}">
                <adec:decorative xmlns:adec="http://schemas.microsoft.com/office/drawing/2017/decorative" val="1"/>
              </a:ext>
            </a:extLst>
          </p:cNvPr>
          <p:cNvGrpSpPr/>
          <p:nvPr userDrawn="1"/>
        </p:nvGrpSpPr>
        <p:grpSpPr>
          <a:xfrm>
            <a:off x="7710646" y="4687803"/>
            <a:ext cx="975015" cy="289704"/>
            <a:chOff x="6594768" y="4687803"/>
            <a:chExt cx="975015" cy="289704"/>
          </a:xfrm>
        </p:grpSpPr>
        <p:grpSp>
          <p:nvGrpSpPr>
            <p:cNvPr id="29" name="Picture 8">
              <a:extLst>
                <a:ext uri="{FF2B5EF4-FFF2-40B4-BE49-F238E27FC236}">
                  <a16:creationId xmlns:a16="http://schemas.microsoft.com/office/drawing/2014/main" id="{F227E685-3FDF-DD36-C2FD-E30AD6A9FAB6}"/>
                </a:ext>
                <a:ext uri="{C183D7F6-B498-43B3-948B-1728B52AA6E4}">
                  <adec:decorative xmlns:adec="http://schemas.microsoft.com/office/drawing/2017/decorative" val="1"/>
                </a:ext>
              </a:extLst>
            </p:cNvPr>
            <p:cNvGrpSpPr/>
            <p:nvPr/>
          </p:nvGrpSpPr>
          <p:grpSpPr>
            <a:xfrm>
              <a:off x="7020588" y="4863773"/>
              <a:ext cx="523815" cy="90931"/>
              <a:chOff x="7020588" y="4863773"/>
              <a:chExt cx="523815" cy="90931"/>
            </a:xfrm>
            <a:solidFill>
              <a:srgbClr val="009530"/>
            </a:solidFill>
          </p:grpSpPr>
          <p:grpSp>
            <p:nvGrpSpPr>
              <p:cNvPr id="36" name="Picture 8">
                <a:extLst>
                  <a:ext uri="{FF2B5EF4-FFF2-40B4-BE49-F238E27FC236}">
                    <a16:creationId xmlns:a16="http://schemas.microsoft.com/office/drawing/2014/main" id="{7675BA91-E840-26DB-67F6-2486E2C2D2FE}"/>
                  </a:ext>
                  <a:ext uri="{C183D7F6-B498-43B3-948B-1728B52AA6E4}">
                    <adec:decorative xmlns:adec="http://schemas.microsoft.com/office/drawing/2017/decorative" val="1"/>
                  </a:ext>
                </a:extLst>
              </p:cNvPr>
              <p:cNvGrpSpPr/>
              <p:nvPr/>
            </p:nvGrpSpPr>
            <p:grpSpPr>
              <a:xfrm>
                <a:off x="7020588" y="4863773"/>
                <a:ext cx="523815" cy="90931"/>
                <a:chOff x="7020588" y="4863773"/>
                <a:chExt cx="523815" cy="90931"/>
              </a:xfrm>
              <a:solidFill>
                <a:srgbClr val="009530"/>
              </a:solidFill>
            </p:grpSpPr>
            <p:sp>
              <p:nvSpPr>
                <p:cNvPr id="38" name="Freeform 37">
                  <a:extLst>
                    <a:ext uri="{FF2B5EF4-FFF2-40B4-BE49-F238E27FC236}">
                      <a16:creationId xmlns:a16="http://schemas.microsoft.com/office/drawing/2014/main" id="{B75BA144-5558-9060-0FB9-4816991005E2}"/>
                    </a:ext>
                  </a:extLst>
                </p:cNvPr>
                <p:cNvSpPr/>
                <p:nvPr/>
              </p:nvSpPr>
              <p:spPr>
                <a:xfrm>
                  <a:off x="7020588"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rgbClr val="009530"/>
                </a:solidFill>
                <a:ln w="2699" cap="flat">
                  <a:noFill/>
                  <a:prstDash val="solid"/>
                  <a:miter/>
                </a:ln>
              </p:spPr>
              <p:txBody>
                <a:bodyPr/>
                <a:lstStyle/>
                <a:p>
                  <a:endParaRPr lang="en-US"/>
                </a:p>
              </p:txBody>
            </p:sp>
            <p:sp>
              <p:nvSpPr>
                <p:cNvPr id="39" name="Rectangle 38">
                  <a:extLst>
                    <a:ext uri="{FF2B5EF4-FFF2-40B4-BE49-F238E27FC236}">
                      <a16:creationId xmlns:a16="http://schemas.microsoft.com/office/drawing/2014/main" id="{2AC491A9-1151-1012-2EE8-EB02AD9644D5}"/>
                    </a:ext>
                  </a:extLst>
                </p:cNvPr>
                <p:cNvSpPr/>
                <p:nvPr/>
              </p:nvSpPr>
              <p:spPr>
                <a:xfrm>
                  <a:off x="7101012" y="4863773"/>
                  <a:ext cx="11686" cy="89742"/>
                </a:xfrm>
                <a:prstGeom prst="rect">
                  <a:avLst/>
                </a:prstGeom>
                <a:solidFill>
                  <a:srgbClr val="009530"/>
                </a:solidFill>
                <a:ln w="2699" cap="flat">
                  <a:noFill/>
                  <a:prstDash val="solid"/>
                  <a:miter/>
                </a:ln>
              </p:spPr>
              <p:txBody>
                <a:bodyPr/>
                <a:lstStyle/>
                <a:p>
                  <a:endParaRPr lang="en-US"/>
                </a:p>
              </p:txBody>
            </p:sp>
            <p:sp>
              <p:nvSpPr>
                <p:cNvPr id="40" name="Freeform 39">
                  <a:extLst>
                    <a:ext uri="{FF2B5EF4-FFF2-40B4-BE49-F238E27FC236}">
                      <a16:creationId xmlns:a16="http://schemas.microsoft.com/office/drawing/2014/main" id="{77AF60A7-B7CE-F1E1-D996-DE460EBF7EB0}"/>
                    </a:ext>
                  </a:extLst>
                </p:cNvPr>
                <p:cNvSpPr/>
                <p:nvPr/>
              </p:nvSpPr>
              <p:spPr>
                <a:xfrm>
                  <a:off x="7144559"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rgbClr val="009530"/>
                </a:solidFill>
                <a:ln w="2699" cap="flat">
                  <a:noFill/>
                  <a:prstDash val="solid"/>
                  <a:miter/>
                </a:ln>
              </p:spPr>
              <p:txBody>
                <a:bodyPr/>
                <a:lstStyle/>
                <a:p>
                  <a:endParaRPr lang="en-US"/>
                </a:p>
              </p:txBody>
            </p:sp>
            <p:sp>
              <p:nvSpPr>
                <p:cNvPr id="41" name="Freeform 40">
                  <a:extLst>
                    <a:ext uri="{FF2B5EF4-FFF2-40B4-BE49-F238E27FC236}">
                      <a16:creationId xmlns:a16="http://schemas.microsoft.com/office/drawing/2014/main" id="{DFCA54BD-DBA2-D86B-BD3D-6E90B68B873F}"/>
                    </a:ext>
                  </a:extLst>
                </p:cNvPr>
                <p:cNvSpPr/>
                <p:nvPr/>
              </p:nvSpPr>
              <p:spPr>
                <a:xfrm>
                  <a:off x="7224007"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rgbClr val="009530"/>
                </a:solidFill>
                <a:ln w="2699" cap="flat">
                  <a:noFill/>
                  <a:prstDash val="solid"/>
                  <a:miter/>
                </a:ln>
              </p:spPr>
              <p:txBody>
                <a:bodyPr/>
                <a:lstStyle/>
                <a:p>
                  <a:endParaRPr lang="en-US"/>
                </a:p>
              </p:txBody>
            </p:sp>
            <p:sp>
              <p:nvSpPr>
                <p:cNvPr id="42" name="Freeform 41">
                  <a:extLst>
                    <a:ext uri="{FF2B5EF4-FFF2-40B4-BE49-F238E27FC236}">
                      <a16:creationId xmlns:a16="http://schemas.microsoft.com/office/drawing/2014/main" id="{9C890728-565A-8DF5-458E-0C7BFBBA1382}"/>
                    </a:ext>
                  </a:extLst>
                </p:cNvPr>
                <p:cNvSpPr/>
                <p:nvPr/>
              </p:nvSpPr>
              <p:spPr>
                <a:xfrm>
                  <a:off x="7299415"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rgbClr val="009530"/>
                </a:solidFill>
                <a:ln w="2699" cap="flat">
                  <a:noFill/>
                  <a:prstDash val="solid"/>
                  <a:miter/>
                </a:ln>
              </p:spPr>
              <p:txBody>
                <a:bodyPr/>
                <a:lstStyle/>
                <a:p>
                  <a:endParaRPr lang="en-US"/>
                </a:p>
              </p:txBody>
            </p:sp>
            <p:sp>
              <p:nvSpPr>
                <p:cNvPr id="43" name="Freeform 42">
                  <a:extLst>
                    <a:ext uri="{FF2B5EF4-FFF2-40B4-BE49-F238E27FC236}">
                      <a16:creationId xmlns:a16="http://schemas.microsoft.com/office/drawing/2014/main" id="{4C4EEF38-74BD-6B8C-2CA2-9A4A3C854BA8}"/>
                    </a:ext>
                  </a:extLst>
                </p:cNvPr>
                <p:cNvSpPr/>
                <p:nvPr/>
              </p:nvSpPr>
              <p:spPr>
                <a:xfrm>
                  <a:off x="7375636"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rgbClr val="009530"/>
                </a:solidFill>
                <a:ln w="2699" cap="flat">
                  <a:noFill/>
                  <a:prstDash val="solid"/>
                  <a:miter/>
                </a:ln>
              </p:spPr>
              <p:txBody>
                <a:bodyPr/>
                <a:lstStyle/>
                <a:p>
                  <a:endParaRPr lang="en-US"/>
                </a:p>
              </p:txBody>
            </p:sp>
            <p:sp>
              <p:nvSpPr>
                <p:cNvPr id="44" name="Rectangle 43">
                  <a:extLst>
                    <a:ext uri="{FF2B5EF4-FFF2-40B4-BE49-F238E27FC236}">
                      <a16:creationId xmlns:a16="http://schemas.microsoft.com/office/drawing/2014/main" id="{E7CC00AB-910F-C64B-5500-756E4388A7D1}"/>
                    </a:ext>
                  </a:extLst>
                </p:cNvPr>
                <p:cNvSpPr/>
                <p:nvPr/>
              </p:nvSpPr>
              <p:spPr>
                <a:xfrm>
                  <a:off x="7450556" y="4894372"/>
                  <a:ext cx="11659" cy="59143"/>
                </a:xfrm>
                <a:prstGeom prst="rect">
                  <a:avLst/>
                </a:prstGeom>
                <a:solidFill>
                  <a:srgbClr val="009530"/>
                </a:solidFill>
                <a:ln w="2699" cap="flat">
                  <a:noFill/>
                  <a:prstDash val="solid"/>
                  <a:miter/>
                </a:ln>
              </p:spPr>
              <p:txBody>
                <a:bodyPr/>
                <a:lstStyle/>
                <a:p>
                  <a:endParaRPr lang="en-US"/>
                </a:p>
              </p:txBody>
            </p:sp>
            <p:sp>
              <p:nvSpPr>
                <p:cNvPr id="45" name="Freeform 44">
                  <a:extLst>
                    <a:ext uri="{FF2B5EF4-FFF2-40B4-BE49-F238E27FC236}">
                      <a16:creationId xmlns:a16="http://schemas.microsoft.com/office/drawing/2014/main" id="{3B5C3BEC-5EE9-B4AA-CFCA-06F32AE40E3B}"/>
                    </a:ext>
                  </a:extLst>
                </p:cNvPr>
                <p:cNvSpPr/>
                <p:nvPr/>
              </p:nvSpPr>
              <p:spPr>
                <a:xfrm>
                  <a:off x="7496734"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rgbClr val="009530"/>
                </a:solidFill>
                <a:ln w="2699" cap="flat">
                  <a:noFill/>
                  <a:prstDash val="solid"/>
                  <a:miter/>
                </a:ln>
              </p:spPr>
              <p:txBody>
                <a:bodyPr/>
                <a:lstStyle/>
                <a:p>
                  <a:endParaRPr lang="en-US"/>
                </a:p>
              </p:txBody>
            </p:sp>
          </p:grpSp>
          <p:sp>
            <p:nvSpPr>
              <p:cNvPr id="37" name="Freeform 36">
                <a:extLst>
                  <a:ext uri="{FF2B5EF4-FFF2-40B4-BE49-F238E27FC236}">
                    <a16:creationId xmlns:a16="http://schemas.microsoft.com/office/drawing/2014/main" id="{2EB6B7EC-4686-EEA3-F5D7-3FF608F9657D}"/>
                  </a:ext>
                </a:extLst>
              </p:cNvPr>
              <p:cNvSpPr/>
              <p:nvPr/>
            </p:nvSpPr>
            <p:spPr>
              <a:xfrm>
                <a:off x="7449633"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rgbClr val="009530"/>
              </a:solidFill>
              <a:ln w="2699" cap="flat">
                <a:noFill/>
                <a:prstDash val="solid"/>
                <a:miter/>
              </a:ln>
            </p:spPr>
            <p:txBody>
              <a:bodyPr/>
              <a:lstStyle/>
              <a:p>
                <a:endParaRPr lang="en-US"/>
              </a:p>
            </p:txBody>
          </p:sp>
        </p:grpSp>
        <p:sp>
          <p:nvSpPr>
            <p:cNvPr id="30" name="Freeform 29">
              <a:extLst>
                <a:ext uri="{FF2B5EF4-FFF2-40B4-BE49-F238E27FC236}">
                  <a16:creationId xmlns:a16="http://schemas.microsoft.com/office/drawing/2014/main" id="{1053BF59-B2BF-BF90-DC0B-1A2CE0C64E1E}"/>
                </a:ext>
              </a:extLst>
            </p:cNvPr>
            <p:cNvSpPr/>
            <p:nvPr/>
          </p:nvSpPr>
          <p:spPr>
            <a:xfrm>
              <a:off x="6833129"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rgbClr val="009530"/>
            </a:solidFill>
            <a:ln w="2699" cap="flat">
              <a:noFill/>
              <a:prstDash val="solid"/>
              <a:miter/>
            </a:ln>
          </p:spPr>
          <p:txBody>
            <a:bodyPr/>
            <a:lstStyle/>
            <a:p>
              <a:endParaRPr lang="en-US"/>
            </a:p>
          </p:txBody>
        </p:sp>
        <p:sp>
          <p:nvSpPr>
            <p:cNvPr id="31" name="Freeform 30">
              <a:extLst>
                <a:ext uri="{FF2B5EF4-FFF2-40B4-BE49-F238E27FC236}">
                  <a16:creationId xmlns:a16="http://schemas.microsoft.com/office/drawing/2014/main" id="{F37286EA-6A71-18CE-845E-162CF8217FCA}"/>
                </a:ext>
              </a:extLst>
            </p:cNvPr>
            <p:cNvSpPr/>
            <p:nvPr/>
          </p:nvSpPr>
          <p:spPr>
            <a:xfrm>
              <a:off x="7184845"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rgbClr val="009530"/>
            </a:solidFill>
            <a:ln w="2699" cap="flat">
              <a:noFill/>
              <a:prstDash val="solid"/>
              <a:miter/>
            </a:ln>
          </p:spPr>
          <p:txBody>
            <a:bodyPr/>
            <a:lstStyle/>
            <a:p>
              <a:endParaRPr lang="en-US"/>
            </a:p>
          </p:txBody>
        </p:sp>
        <p:sp>
          <p:nvSpPr>
            <p:cNvPr id="32" name="Freeform 31">
              <a:extLst>
                <a:ext uri="{FF2B5EF4-FFF2-40B4-BE49-F238E27FC236}">
                  <a16:creationId xmlns:a16="http://schemas.microsoft.com/office/drawing/2014/main" id="{F8A40F4E-B192-3D6F-5C60-E056C5E5B457}"/>
                </a:ext>
              </a:extLst>
            </p:cNvPr>
            <p:cNvSpPr/>
            <p:nvPr/>
          </p:nvSpPr>
          <p:spPr>
            <a:xfrm>
              <a:off x="6594768"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rgbClr val="009530"/>
            </a:solidFill>
            <a:ln w="2699" cap="flat">
              <a:noFill/>
              <a:prstDash val="solid"/>
              <a:miter/>
            </a:ln>
          </p:spPr>
          <p:txBody>
            <a:bodyPr/>
            <a:lstStyle/>
            <a:p>
              <a:endParaRPr lang="en-US"/>
            </a:p>
          </p:txBody>
        </p:sp>
        <p:grpSp>
          <p:nvGrpSpPr>
            <p:cNvPr id="33" name="Picture 8">
              <a:extLst>
                <a:ext uri="{FF2B5EF4-FFF2-40B4-BE49-F238E27FC236}">
                  <a16:creationId xmlns:a16="http://schemas.microsoft.com/office/drawing/2014/main" id="{5962F23C-FC77-9CFE-6F11-066A9263BAD7}"/>
                </a:ext>
                <a:ext uri="{C183D7F6-B498-43B3-948B-1728B52AA6E4}">
                  <adec:decorative xmlns:adec="http://schemas.microsoft.com/office/drawing/2017/decorative" val="1"/>
                </a:ext>
              </a:extLst>
            </p:cNvPr>
            <p:cNvGrpSpPr/>
            <p:nvPr/>
          </p:nvGrpSpPr>
          <p:grpSpPr>
            <a:xfrm>
              <a:off x="7551534" y="4878884"/>
              <a:ext cx="18194" cy="9514"/>
              <a:chOff x="7551534" y="4878884"/>
              <a:chExt cx="18194" cy="9514"/>
            </a:xfrm>
            <a:solidFill>
              <a:srgbClr val="009530"/>
            </a:solidFill>
          </p:grpSpPr>
          <p:sp>
            <p:nvSpPr>
              <p:cNvPr id="34" name="Freeform 33">
                <a:extLst>
                  <a:ext uri="{FF2B5EF4-FFF2-40B4-BE49-F238E27FC236}">
                    <a16:creationId xmlns:a16="http://schemas.microsoft.com/office/drawing/2014/main" id="{F2E39811-074D-DD92-DADE-8FC4EE3E5CB5}"/>
                  </a:ext>
                </a:extLst>
              </p:cNvPr>
              <p:cNvSpPr/>
              <p:nvPr/>
            </p:nvSpPr>
            <p:spPr>
              <a:xfrm>
                <a:off x="7551534"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rgbClr val="009530"/>
              </a:solidFill>
              <a:ln w="2699" cap="flat">
                <a:noFill/>
                <a:prstDash val="solid"/>
                <a:miter/>
              </a:ln>
            </p:spPr>
            <p:txBody>
              <a:bodyPr/>
              <a:lstStyle/>
              <a:p>
                <a:endParaRPr lang="en-US"/>
              </a:p>
            </p:txBody>
          </p:sp>
          <p:sp>
            <p:nvSpPr>
              <p:cNvPr id="35" name="Freeform 34">
                <a:extLst>
                  <a:ext uri="{FF2B5EF4-FFF2-40B4-BE49-F238E27FC236}">
                    <a16:creationId xmlns:a16="http://schemas.microsoft.com/office/drawing/2014/main" id="{0137876A-637C-4472-0DF8-77D09F676212}"/>
                  </a:ext>
                </a:extLst>
              </p:cNvPr>
              <p:cNvSpPr/>
              <p:nvPr/>
            </p:nvSpPr>
            <p:spPr>
              <a:xfrm>
                <a:off x="7560807"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rgbClr val="009530"/>
              </a:solidFill>
              <a:ln w="2699" cap="flat">
                <a:noFill/>
                <a:prstDash val="solid"/>
                <a:miter/>
              </a:ln>
            </p:spPr>
            <p:txBody>
              <a:bodyPr/>
              <a:lstStyle/>
              <a:p>
                <a:endParaRPr lang="en-US"/>
              </a:p>
            </p:txBody>
          </p:sp>
        </p:grpSp>
      </p:grpSp>
      <p:sp>
        <p:nvSpPr>
          <p:cNvPr id="4" name="TextBox 3">
            <a:extLst>
              <a:ext uri="{FF2B5EF4-FFF2-40B4-BE49-F238E27FC236}">
                <a16:creationId xmlns:a16="http://schemas.microsoft.com/office/drawing/2014/main" id="{0484E94C-D879-8B06-8D54-10A3A5E3EFB4}"/>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en-IN" sz="600">
                <a:solidFill>
                  <a:srgbClr val="626469">
                    <a:alpha val="50000"/>
                  </a:srgbClr>
                </a:solidFill>
                <a:latin typeface="Aptos" panose="020B0004020202020204" pitchFamily="34" charset="0"/>
              </a:rPr>
              <a:t>Public</a:t>
            </a:r>
          </a:p>
        </p:txBody>
      </p:sp>
    </p:spTree>
    <p:extLst>
      <p:ext uri="{BB962C8B-B14F-4D97-AF65-F5344CB8AC3E}">
        <p14:creationId xmlns:p14="http://schemas.microsoft.com/office/powerpoint/2010/main" val="1569160103"/>
      </p:ext>
    </p:extLst>
  </p:cSld>
  <p:clrMap bg1="lt1" tx1="dk1" bg2="lt2" tx2="dk2" accent1="accent1" accent2="accent2" accent3="accent3" accent4="accent4" accent5="accent5" accent6="accent6" hlink="hlink" folHlink="folHlink"/>
  <p:sldLayoutIdLst>
    <p:sldLayoutId id="2147483851" r:id="rId1"/>
    <p:sldLayoutId id="2147484068" r:id="rId2"/>
    <p:sldLayoutId id="2147484069" r:id="rId3"/>
    <p:sldLayoutId id="2147484015" r:id="rId4"/>
    <p:sldLayoutId id="2147484065" r:id="rId5"/>
    <p:sldLayoutId id="2147484070" r:id="rId6"/>
    <p:sldLayoutId id="2147484067" r:id="rId7"/>
    <p:sldLayoutId id="2147483932" r:id="rId8"/>
    <p:sldLayoutId id="2147483824" r:id="rId9"/>
    <p:sldLayoutId id="2147483837" r:id="rId10"/>
    <p:sldLayoutId id="2147483840" r:id="rId11"/>
    <p:sldLayoutId id="2147484004" r:id="rId12"/>
    <p:sldLayoutId id="2147483841" r:id="rId13"/>
    <p:sldLayoutId id="2147483844" r:id="rId14"/>
    <p:sldLayoutId id="2147484007" r:id="rId15"/>
    <p:sldLayoutId id="2147483852" r:id="rId16"/>
    <p:sldLayoutId id="2147483846" r:id="rId17"/>
    <p:sldLayoutId id="2147483757" r:id="rId18"/>
    <p:sldLayoutId id="2147484022" r:id="rId19"/>
    <p:sldLayoutId id="2147483754" r:id="rId20"/>
    <p:sldLayoutId id="2147483803" r:id="rId21"/>
    <p:sldLayoutId id="2147483996" r:id="rId22"/>
    <p:sldLayoutId id="2147484011" r:id="rId23"/>
    <p:sldLayoutId id="2147484033" r:id="rId24"/>
    <p:sldLayoutId id="2147484026" r:id="rId25"/>
  </p:sldLayoutIdLst>
  <p:hf hdr="0" dt="0"/>
  <p:txStyles>
    <p:titleStyle>
      <a:lvl1pPr algn="l" defTabSz="457184" rtl="0" eaLnBrk="1" latinLnBrk="0" hangingPunct="1">
        <a:lnSpc>
          <a:spcPts val="2400"/>
        </a:lnSpc>
        <a:spcBef>
          <a:spcPct val="0"/>
        </a:spcBef>
        <a:buNone/>
        <a:defRPr sz="2200" b="0" kern="1200">
          <a:solidFill>
            <a:schemeClr val="bg2"/>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bg2"/>
        </a:buClr>
        <a:buFont typeface="Arial" panose="020B0604020202020204" pitchFamily="34" charset="0"/>
        <a:buNone/>
        <a:defRPr sz="1400" b="0" kern="1200">
          <a:solidFill>
            <a:schemeClr val="tx1"/>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84"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tx1"/>
                </a:solidFill>
              </a:defRPr>
            </a:lvl1pPr>
          </a:lstStyle>
          <a:p>
            <a:r>
              <a:rPr lang="en-US"/>
              <a:t>©2026 Schneider Electric. All Rights Reserved.</a:t>
            </a:r>
            <a:endParaRPr lang="en-US">
              <a:solidFill>
                <a:schemeClr val="tx1"/>
              </a:solidFill>
            </a:endParaRP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tx1"/>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grpSp>
        <p:nvGrpSpPr>
          <p:cNvPr id="44" name="Group 43">
            <a:extLst>
              <a:ext uri="{FF2B5EF4-FFF2-40B4-BE49-F238E27FC236}">
                <a16:creationId xmlns:a16="http://schemas.microsoft.com/office/drawing/2014/main" id="{B54A8BD1-BA14-B3C5-E66F-2F4EC2DE8D39}"/>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27" name="Picture 8">
              <a:extLst>
                <a:ext uri="{FF2B5EF4-FFF2-40B4-BE49-F238E27FC236}">
                  <a16:creationId xmlns:a16="http://schemas.microsoft.com/office/drawing/2014/main" id="{F991A60A-9A7D-D246-35D1-F91DBFBBFCB6}"/>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28" name="Picture 8">
                <a:extLst>
                  <a:ext uri="{FF2B5EF4-FFF2-40B4-BE49-F238E27FC236}">
                    <a16:creationId xmlns:a16="http://schemas.microsoft.com/office/drawing/2014/main" id="{83EF68AF-87FE-F1FC-A3E4-C56DF7FE593D}"/>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29" name="Freeform 28">
                  <a:extLst>
                    <a:ext uri="{FF2B5EF4-FFF2-40B4-BE49-F238E27FC236}">
                      <a16:creationId xmlns:a16="http://schemas.microsoft.com/office/drawing/2014/main" id="{A3CE9CE3-76F9-B056-184E-EF43EDD7E658}"/>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30" name="Rectangle 29">
                  <a:extLst>
                    <a:ext uri="{FF2B5EF4-FFF2-40B4-BE49-F238E27FC236}">
                      <a16:creationId xmlns:a16="http://schemas.microsoft.com/office/drawing/2014/main" id="{8C867D47-15A7-87CC-12D6-C3A0DBA53CDB}"/>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31" name="Freeform 30">
                  <a:extLst>
                    <a:ext uri="{FF2B5EF4-FFF2-40B4-BE49-F238E27FC236}">
                      <a16:creationId xmlns:a16="http://schemas.microsoft.com/office/drawing/2014/main" id="{4F939982-6E97-91F5-F4BB-D68043B820A5}"/>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32" name="Freeform 31">
                  <a:extLst>
                    <a:ext uri="{FF2B5EF4-FFF2-40B4-BE49-F238E27FC236}">
                      <a16:creationId xmlns:a16="http://schemas.microsoft.com/office/drawing/2014/main" id="{2A52FEE4-62C4-1EA5-D780-8BD30CD92633}"/>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33" name="Freeform 32">
                  <a:extLst>
                    <a:ext uri="{FF2B5EF4-FFF2-40B4-BE49-F238E27FC236}">
                      <a16:creationId xmlns:a16="http://schemas.microsoft.com/office/drawing/2014/main" id="{80676603-FCB1-9C2B-0F63-04A26788E199}"/>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34" name="Freeform 33">
                  <a:extLst>
                    <a:ext uri="{FF2B5EF4-FFF2-40B4-BE49-F238E27FC236}">
                      <a16:creationId xmlns:a16="http://schemas.microsoft.com/office/drawing/2014/main" id="{319B7EFA-0847-35FD-3315-2ECB47CFE083}"/>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35" name="Rectangle 34">
                  <a:extLst>
                    <a:ext uri="{FF2B5EF4-FFF2-40B4-BE49-F238E27FC236}">
                      <a16:creationId xmlns:a16="http://schemas.microsoft.com/office/drawing/2014/main" id="{22B04AE9-FF29-5F0C-2666-C56330D18757}"/>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36" name="Freeform 35">
                  <a:extLst>
                    <a:ext uri="{FF2B5EF4-FFF2-40B4-BE49-F238E27FC236}">
                      <a16:creationId xmlns:a16="http://schemas.microsoft.com/office/drawing/2014/main" id="{7EB86CF8-E35A-6046-A918-1FB1DBD00BE1}"/>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37" name="Freeform 36">
                <a:extLst>
                  <a:ext uri="{FF2B5EF4-FFF2-40B4-BE49-F238E27FC236}">
                    <a16:creationId xmlns:a16="http://schemas.microsoft.com/office/drawing/2014/main" id="{6B319040-CEF9-76C3-1766-3A57CC7287C4}"/>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38" name="Freeform 37">
              <a:extLst>
                <a:ext uri="{FF2B5EF4-FFF2-40B4-BE49-F238E27FC236}">
                  <a16:creationId xmlns:a16="http://schemas.microsoft.com/office/drawing/2014/main" id="{198E027C-E8E9-1BE5-5CAC-1097A49533B9}"/>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39" name="Freeform 38">
              <a:extLst>
                <a:ext uri="{FF2B5EF4-FFF2-40B4-BE49-F238E27FC236}">
                  <a16:creationId xmlns:a16="http://schemas.microsoft.com/office/drawing/2014/main" id="{9FED4506-FC26-511A-B84A-DE1A2D08D88D}"/>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40" name="Freeform 39">
              <a:extLst>
                <a:ext uri="{FF2B5EF4-FFF2-40B4-BE49-F238E27FC236}">
                  <a16:creationId xmlns:a16="http://schemas.microsoft.com/office/drawing/2014/main" id="{3EFB2654-08EB-8198-BF6E-68DECFF5DF55}"/>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41" name="Picture 8">
              <a:extLst>
                <a:ext uri="{FF2B5EF4-FFF2-40B4-BE49-F238E27FC236}">
                  <a16:creationId xmlns:a16="http://schemas.microsoft.com/office/drawing/2014/main" id="{C72B69B9-2826-2269-1EDB-EA35D4F0C95C}"/>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42" name="Freeform 41">
                <a:extLst>
                  <a:ext uri="{FF2B5EF4-FFF2-40B4-BE49-F238E27FC236}">
                    <a16:creationId xmlns:a16="http://schemas.microsoft.com/office/drawing/2014/main" id="{FDF20B1C-1A65-F5AC-ABA8-9B38C95F7675}"/>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43" name="Freeform 42">
                <a:extLst>
                  <a:ext uri="{FF2B5EF4-FFF2-40B4-BE49-F238E27FC236}">
                    <a16:creationId xmlns:a16="http://schemas.microsoft.com/office/drawing/2014/main" id="{44B2D322-D28D-0B54-0B1B-995FDA379A7D}"/>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
        <p:nvSpPr>
          <p:cNvPr id="4" name="TextBox 3">
            <a:extLst>
              <a:ext uri="{FF2B5EF4-FFF2-40B4-BE49-F238E27FC236}">
                <a16:creationId xmlns:a16="http://schemas.microsoft.com/office/drawing/2014/main" id="{3BEBC04E-0282-6628-696E-69457BEB9721}"/>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en-IN" sz="600">
                <a:solidFill>
                  <a:srgbClr val="626469">
                    <a:alpha val="50000"/>
                  </a:srgbClr>
                </a:solidFill>
                <a:latin typeface="Aptos" panose="020B0004020202020204" pitchFamily="34" charset="0"/>
              </a:rPr>
              <a:t>Public</a:t>
            </a:r>
          </a:p>
        </p:txBody>
      </p:sp>
    </p:spTree>
    <p:extLst>
      <p:ext uri="{BB962C8B-B14F-4D97-AF65-F5344CB8AC3E}">
        <p14:creationId xmlns:p14="http://schemas.microsoft.com/office/powerpoint/2010/main" val="3463004925"/>
      </p:ext>
    </p:extLst>
  </p:cSld>
  <p:clrMap bg1="lt1" tx1="dk1" bg2="lt2" tx2="dk2" accent1="accent1" accent2="accent2" accent3="accent3" accent4="accent4" accent5="accent5" accent6="accent6" hlink="hlink" folHlink="folHlink"/>
  <p:sldLayoutIdLst>
    <p:sldLayoutId id="2147484353" r:id="rId1"/>
    <p:sldLayoutId id="2147484354" r:id="rId2"/>
    <p:sldLayoutId id="2147484355" r:id="rId3"/>
    <p:sldLayoutId id="2147484356" r:id="rId4"/>
    <p:sldLayoutId id="2147484357" r:id="rId5"/>
    <p:sldLayoutId id="2147484358" r:id="rId6"/>
    <p:sldLayoutId id="2147484359" r:id="rId7"/>
    <p:sldLayoutId id="2147484360" r:id="rId8"/>
    <p:sldLayoutId id="2147484361" r:id="rId9"/>
    <p:sldLayoutId id="2147484362" r:id="rId10"/>
    <p:sldLayoutId id="2147484363" r:id="rId11"/>
    <p:sldLayoutId id="2147484364" r:id="rId12"/>
    <p:sldLayoutId id="2147484365" r:id="rId13"/>
    <p:sldLayoutId id="2147484366" r:id="rId14"/>
    <p:sldLayoutId id="2147484367" r:id="rId15"/>
    <p:sldLayoutId id="2147484368" r:id="rId16"/>
    <p:sldLayoutId id="2147484369" r:id="rId17"/>
    <p:sldLayoutId id="2147484370" r:id="rId18"/>
    <p:sldLayoutId id="2147484371" r:id="rId19"/>
    <p:sldLayoutId id="2147484372" r:id="rId20"/>
    <p:sldLayoutId id="2147484373" r:id="rId21"/>
    <p:sldLayoutId id="2147484374" r:id="rId22"/>
    <p:sldLayoutId id="2147484375" r:id="rId23"/>
    <p:sldLayoutId id="2147484376" r:id="rId24"/>
    <p:sldLayoutId id="2147484377" r:id="rId25"/>
  </p:sldLayoutIdLst>
  <p:hf hdr="0" dt="0"/>
  <p:txStyles>
    <p:titleStyle>
      <a:lvl1pPr algn="l" defTabSz="457184" rtl="0" eaLnBrk="1" latinLnBrk="0" hangingPunct="1">
        <a:lnSpc>
          <a:spcPts val="2400"/>
        </a:lnSpc>
        <a:spcBef>
          <a:spcPct val="0"/>
        </a:spcBef>
        <a:buNone/>
        <a:defRPr sz="2200" b="0" kern="1200">
          <a:solidFill>
            <a:schemeClr val="tx1"/>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tx1"/>
        </a:buClr>
        <a:buFont typeface="Arial" panose="020B0604020202020204" pitchFamily="34" charset="0"/>
        <a:buNone/>
        <a:defRPr sz="1400" b="0" kern="1200">
          <a:solidFill>
            <a:schemeClr val="tx1"/>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tx1"/>
        </a:buClr>
        <a:buFont typeface="Arial" pitchFamily="34" charset="0"/>
        <a:buChar char="•"/>
        <a:defRPr sz="1400" kern="1200">
          <a:solidFill>
            <a:schemeClr val="tx1"/>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tx1"/>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tx1"/>
        </a:buClr>
        <a:buFont typeface="Arial" panose="020B0604020202020204" pitchFamily="34" charset="0"/>
        <a:buChar char="–"/>
        <a:defRPr sz="1400" kern="1200">
          <a:solidFill>
            <a:schemeClr val="tx1"/>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tx1"/>
        </a:buClr>
        <a:buFont typeface="Arial" panose="020B0604020202020204" pitchFamily="34" charset="0"/>
        <a:buChar char="–"/>
        <a:defRPr sz="14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12"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accent5"/>
                </a:solidFill>
              </a:defRPr>
            </a:lvl1pPr>
          </a:lstStyle>
          <a:p>
            <a:r>
              <a:rPr lang="en-US"/>
              <a:t>©2026 Schneider Electric. All Rights Reserved.</a:t>
            </a: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accent5"/>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grpSp>
        <p:nvGrpSpPr>
          <p:cNvPr id="26" name="Group 25">
            <a:extLst>
              <a:ext uri="{FF2B5EF4-FFF2-40B4-BE49-F238E27FC236}">
                <a16:creationId xmlns:a16="http://schemas.microsoft.com/office/drawing/2014/main" id="{0097B85C-844F-A376-1434-2DD23DB37C12}"/>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5" name="Picture 8">
              <a:extLst>
                <a:ext uri="{FF2B5EF4-FFF2-40B4-BE49-F238E27FC236}">
                  <a16:creationId xmlns:a16="http://schemas.microsoft.com/office/drawing/2014/main" id="{3155FCC4-9507-D121-0945-053F672EA422}"/>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6" name="Picture 8">
                <a:extLst>
                  <a:ext uri="{FF2B5EF4-FFF2-40B4-BE49-F238E27FC236}">
                    <a16:creationId xmlns:a16="http://schemas.microsoft.com/office/drawing/2014/main" id="{A9089BE2-9FFB-3839-7FED-C9403B927426}"/>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7" name="Freeform 6">
                  <a:extLst>
                    <a:ext uri="{FF2B5EF4-FFF2-40B4-BE49-F238E27FC236}">
                      <a16:creationId xmlns:a16="http://schemas.microsoft.com/office/drawing/2014/main" id="{4718D5A2-6C20-3729-929C-A23F23F82085}"/>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8" name="Rectangle 7">
                  <a:extLst>
                    <a:ext uri="{FF2B5EF4-FFF2-40B4-BE49-F238E27FC236}">
                      <a16:creationId xmlns:a16="http://schemas.microsoft.com/office/drawing/2014/main" id="{1C89A063-7657-1343-284C-3DB46BDE1218}"/>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10" name="Freeform 9">
                  <a:extLst>
                    <a:ext uri="{FF2B5EF4-FFF2-40B4-BE49-F238E27FC236}">
                      <a16:creationId xmlns:a16="http://schemas.microsoft.com/office/drawing/2014/main" id="{A685A62E-DA65-CEEF-1902-C35CCB64538B}"/>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11" name="Freeform 10">
                  <a:extLst>
                    <a:ext uri="{FF2B5EF4-FFF2-40B4-BE49-F238E27FC236}">
                      <a16:creationId xmlns:a16="http://schemas.microsoft.com/office/drawing/2014/main" id="{60150654-FFDC-95B7-27D7-8AC2D00855C1}"/>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12" name="Freeform 11">
                  <a:extLst>
                    <a:ext uri="{FF2B5EF4-FFF2-40B4-BE49-F238E27FC236}">
                      <a16:creationId xmlns:a16="http://schemas.microsoft.com/office/drawing/2014/main" id="{CE0078D1-227A-986C-311C-EBAC213B54CB}"/>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14" name="Freeform 13">
                  <a:extLst>
                    <a:ext uri="{FF2B5EF4-FFF2-40B4-BE49-F238E27FC236}">
                      <a16:creationId xmlns:a16="http://schemas.microsoft.com/office/drawing/2014/main" id="{0D74A89F-42E3-0281-BD7D-BF3313C2E37E}"/>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16" name="Rectangle 15">
                  <a:extLst>
                    <a:ext uri="{FF2B5EF4-FFF2-40B4-BE49-F238E27FC236}">
                      <a16:creationId xmlns:a16="http://schemas.microsoft.com/office/drawing/2014/main" id="{8D24F378-92B8-3D6C-DA96-9ECCA19E5B72}"/>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17" name="Freeform 16">
                  <a:extLst>
                    <a:ext uri="{FF2B5EF4-FFF2-40B4-BE49-F238E27FC236}">
                      <a16:creationId xmlns:a16="http://schemas.microsoft.com/office/drawing/2014/main" id="{41FA9449-F1BF-5645-A5F7-989C9954A78D}"/>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19" name="Freeform 18">
                <a:extLst>
                  <a:ext uri="{FF2B5EF4-FFF2-40B4-BE49-F238E27FC236}">
                    <a16:creationId xmlns:a16="http://schemas.microsoft.com/office/drawing/2014/main" id="{198FD94C-3577-17C7-0E04-5768BD56879A}"/>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20" name="Freeform 19">
              <a:extLst>
                <a:ext uri="{FF2B5EF4-FFF2-40B4-BE49-F238E27FC236}">
                  <a16:creationId xmlns:a16="http://schemas.microsoft.com/office/drawing/2014/main" id="{2E129863-E3E4-BA22-EC1F-9843152876D8}"/>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3D6D3717-618A-5582-8459-374D131AE9FA}"/>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22" name="Freeform 21">
              <a:extLst>
                <a:ext uri="{FF2B5EF4-FFF2-40B4-BE49-F238E27FC236}">
                  <a16:creationId xmlns:a16="http://schemas.microsoft.com/office/drawing/2014/main" id="{FA0ED647-1561-C12E-9455-DB0DF050C9B5}"/>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23" name="Picture 8">
              <a:extLst>
                <a:ext uri="{FF2B5EF4-FFF2-40B4-BE49-F238E27FC236}">
                  <a16:creationId xmlns:a16="http://schemas.microsoft.com/office/drawing/2014/main" id="{FCA1AD33-812B-3660-9A0F-C52EAA0552D5}"/>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24" name="Freeform 23">
                <a:extLst>
                  <a:ext uri="{FF2B5EF4-FFF2-40B4-BE49-F238E27FC236}">
                    <a16:creationId xmlns:a16="http://schemas.microsoft.com/office/drawing/2014/main" id="{B2146BA9-261A-CFF6-621B-8D336BB1FD1F}"/>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25" name="Freeform 24">
                <a:extLst>
                  <a:ext uri="{FF2B5EF4-FFF2-40B4-BE49-F238E27FC236}">
                    <a16:creationId xmlns:a16="http://schemas.microsoft.com/office/drawing/2014/main" id="{30EED1A8-C720-317A-B65C-DE3DB460A028}"/>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
        <p:nvSpPr>
          <p:cNvPr id="4" name="TextBox 3">
            <a:extLst>
              <a:ext uri="{FF2B5EF4-FFF2-40B4-BE49-F238E27FC236}">
                <a16:creationId xmlns:a16="http://schemas.microsoft.com/office/drawing/2014/main" id="{D22D622A-1897-72F3-691C-D4B5185C7928}"/>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en-IN" sz="600">
                <a:solidFill>
                  <a:srgbClr val="626469">
                    <a:alpha val="50000"/>
                  </a:srgbClr>
                </a:solidFill>
                <a:latin typeface="Aptos" panose="020B0004020202020204" pitchFamily="34" charset="0"/>
              </a:rPr>
              <a:t>Public</a:t>
            </a:r>
          </a:p>
        </p:txBody>
      </p:sp>
    </p:spTree>
    <p:extLst>
      <p:ext uri="{BB962C8B-B14F-4D97-AF65-F5344CB8AC3E}">
        <p14:creationId xmlns:p14="http://schemas.microsoft.com/office/powerpoint/2010/main" val="3913320297"/>
      </p:ext>
    </p:extLst>
  </p:cSld>
  <p:clrMap bg1="dk1" tx1="lt1" bg2="dk2" tx2="lt2" accent1="accent1" accent2="accent2" accent3="accent3" accent4="accent4" accent5="accent5" accent6="accent6" hlink="hlink" folHlink="folHlink"/>
  <p:sldLayoutIdLst>
    <p:sldLayoutId id="2147484379" r:id="rId1"/>
    <p:sldLayoutId id="2147484380" r:id="rId2"/>
    <p:sldLayoutId id="2147484381" r:id="rId3"/>
    <p:sldLayoutId id="2147484382" r:id="rId4"/>
    <p:sldLayoutId id="2147484383" r:id="rId5"/>
    <p:sldLayoutId id="2147484384" r:id="rId6"/>
    <p:sldLayoutId id="2147484385" r:id="rId7"/>
    <p:sldLayoutId id="2147484386" r:id="rId8"/>
    <p:sldLayoutId id="2147484387" r:id="rId9"/>
    <p:sldLayoutId id="2147484388" r:id="rId10"/>
    <p:sldLayoutId id="2147484389" r:id="rId11"/>
    <p:sldLayoutId id="2147484390" r:id="rId12"/>
    <p:sldLayoutId id="2147484391" r:id="rId13"/>
    <p:sldLayoutId id="2147484392" r:id="rId14"/>
    <p:sldLayoutId id="2147484393" r:id="rId15"/>
    <p:sldLayoutId id="2147484394" r:id="rId16"/>
    <p:sldLayoutId id="2147484395" r:id="rId17"/>
    <p:sldLayoutId id="2147484396" r:id="rId18"/>
    <p:sldLayoutId id="2147484397" r:id="rId19"/>
    <p:sldLayoutId id="2147484398" r:id="rId20"/>
    <p:sldLayoutId id="2147484399" r:id="rId21"/>
    <p:sldLayoutId id="2147484400" r:id="rId22"/>
    <p:sldLayoutId id="2147484401" r:id="rId23"/>
    <p:sldLayoutId id="2147484402" r:id="rId24"/>
    <p:sldLayoutId id="2147484403" r:id="rId25"/>
  </p:sldLayoutIdLst>
  <p:hf hdr="0" dt="0"/>
  <p:txStyles>
    <p:titleStyle>
      <a:lvl1pPr algn="l" defTabSz="457184" rtl="0" eaLnBrk="1" latinLnBrk="0" hangingPunct="1">
        <a:lnSpc>
          <a:spcPts val="2400"/>
        </a:lnSpc>
        <a:spcBef>
          <a:spcPct val="0"/>
        </a:spcBef>
        <a:buNone/>
        <a:defRPr sz="2200" b="0" kern="1200">
          <a:solidFill>
            <a:schemeClr val="accent5"/>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accent1"/>
        </a:buClr>
        <a:buFont typeface="Arial" panose="020B0604020202020204" pitchFamily="34" charset="0"/>
        <a:buNone/>
        <a:defRPr sz="1400" b="0" kern="1200">
          <a:solidFill>
            <a:schemeClr val="accent5"/>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12"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8A81EA-A1DC-2739-C3D8-AB6CEDE94764}"/>
              </a:ext>
              <a:ext uri="{C183D7F6-B498-43B3-948B-1728B52AA6E4}">
                <adec:decorative xmlns:adec="http://schemas.microsoft.com/office/drawing/2017/decorative" val="1"/>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accent5"/>
                </a:solidFill>
              </a:defRPr>
            </a:lvl1pPr>
          </a:lstStyle>
          <a:p>
            <a:r>
              <a:rPr lang="en-US"/>
              <a:t>©2026 Schneider Electric. All Rights Reserved.</a:t>
            </a: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accent5"/>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grpSp>
        <p:nvGrpSpPr>
          <p:cNvPr id="4" name="Group 3">
            <a:extLst>
              <a:ext uri="{FF2B5EF4-FFF2-40B4-BE49-F238E27FC236}">
                <a16:creationId xmlns:a16="http://schemas.microsoft.com/office/drawing/2014/main" id="{4B02CA88-5B52-D551-B845-893852F09C14}"/>
              </a:ext>
              <a:ext uri="{C183D7F6-B498-43B3-948B-1728B52AA6E4}">
                <adec:decorative xmlns:adec="http://schemas.microsoft.com/office/drawing/2017/decorative" val="1"/>
              </a:ext>
            </a:extLst>
          </p:cNvPr>
          <p:cNvGrpSpPr/>
          <p:nvPr userDrawn="1"/>
        </p:nvGrpSpPr>
        <p:grpSpPr>
          <a:xfrm>
            <a:off x="7710646" y="4687803"/>
            <a:ext cx="975015" cy="289704"/>
            <a:chOff x="7710646" y="4687803"/>
            <a:chExt cx="975015" cy="289704"/>
          </a:xfrm>
        </p:grpSpPr>
        <p:grpSp>
          <p:nvGrpSpPr>
            <p:cNvPr id="6" name="Picture 8">
              <a:extLst>
                <a:ext uri="{FF2B5EF4-FFF2-40B4-BE49-F238E27FC236}">
                  <a16:creationId xmlns:a16="http://schemas.microsoft.com/office/drawing/2014/main" id="{11280871-8368-E675-0EAB-06EA925AEF80}"/>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grpSp>
            <p:nvGrpSpPr>
              <p:cNvPr id="16" name="Picture 8">
                <a:extLst>
                  <a:ext uri="{FF2B5EF4-FFF2-40B4-BE49-F238E27FC236}">
                    <a16:creationId xmlns:a16="http://schemas.microsoft.com/office/drawing/2014/main" id="{7B0CBE53-EDB7-23C6-2515-2CFEA0BFBA00}"/>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tx1"/>
              </a:solidFill>
            </p:grpSpPr>
            <p:sp>
              <p:nvSpPr>
                <p:cNvPr id="19" name="Freeform 18">
                  <a:extLst>
                    <a:ext uri="{FF2B5EF4-FFF2-40B4-BE49-F238E27FC236}">
                      <a16:creationId xmlns:a16="http://schemas.microsoft.com/office/drawing/2014/main" id="{79F7DCED-88B8-2504-F855-3342E6BED935}"/>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tx1"/>
                </a:solidFill>
                <a:ln w="2699" cap="flat">
                  <a:noFill/>
                  <a:prstDash val="solid"/>
                  <a:miter/>
                </a:ln>
              </p:spPr>
              <p:txBody>
                <a:bodyPr/>
                <a:lstStyle/>
                <a:p>
                  <a:endParaRPr lang="en-US"/>
                </a:p>
              </p:txBody>
            </p:sp>
            <p:sp>
              <p:nvSpPr>
                <p:cNvPr id="20" name="Rectangle 19">
                  <a:extLst>
                    <a:ext uri="{FF2B5EF4-FFF2-40B4-BE49-F238E27FC236}">
                      <a16:creationId xmlns:a16="http://schemas.microsoft.com/office/drawing/2014/main" id="{4FD6008F-1D21-8912-44C4-01108B653AEF}"/>
                    </a:ext>
                  </a:extLst>
                </p:cNvPr>
                <p:cNvSpPr/>
                <p:nvPr/>
              </p:nvSpPr>
              <p:spPr>
                <a:xfrm>
                  <a:off x="8216890" y="4863773"/>
                  <a:ext cx="11686" cy="89742"/>
                </a:xfrm>
                <a:prstGeom prst="rect">
                  <a:avLst/>
                </a:prstGeom>
                <a:solidFill>
                  <a:schemeClr val="tx1"/>
                </a:solidFill>
                <a:ln w="2699" cap="flat">
                  <a:noFill/>
                  <a:prstDash val="solid"/>
                  <a:miter/>
                </a:ln>
              </p:spPr>
              <p:txBody>
                <a:bodyPr/>
                <a:lstStyle/>
                <a:p>
                  <a:endParaRPr lang="en-US"/>
                </a:p>
              </p:txBody>
            </p:sp>
            <p:sp>
              <p:nvSpPr>
                <p:cNvPr id="21" name="Freeform 20">
                  <a:extLst>
                    <a:ext uri="{FF2B5EF4-FFF2-40B4-BE49-F238E27FC236}">
                      <a16:creationId xmlns:a16="http://schemas.microsoft.com/office/drawing/2014/main" id="{3C76D0E4-B8A6-4FE8-39D6-9D846A05CDC9}"/>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tx1"/>
                </a:solidFill>
                <a:ln w="2699" cap="flat">
                  <a:noFill/>
                  <a:prstDash val="solid"/>
                  <a:miter/>
                </a:ln>
              </p:spPr>
              <p:txBody>
                <a:bodyPr/>
                <a:lstStyle/>
                <a:p>
                  <a:endParaRPr lang="en-US"/>
                </a:p>
              </p:txBody>
            </p:sp>
            <p:sp>
              <p:nvSpPr>
                <p:cNvPr id="22" name="Freeform 21">
                  <a:extLst>
                    <a:ext uri="{FF2B5EF4-FFF2-40B4-BE49-F238E27FC236}">
                      <a16:creationId xmlns:a16="http://schemas.microsoft.com/office/drawing/2014/main" id="{18463E90-0FB6-D9CF-1B6A-182BFF437FA6}"/>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tx1"/>
                </a:solid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45AA2802-AA3D-BD02-1282-D5DCE32C54B3}"/>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tx1"/>
                </a:solidFill>
                <a:ln w="2699" cap="flat">
                  <a:noFill/>
                  <a:prstDash val="solid"/>
                  <a:miter/>
                </a:ln>
              </p:spPr>
              <p:txBody>
                <a:bodyPr/>
                <a:lstStyle/>
                <a:p>
                  <a:endParaRPr lang="en-US"/>
                </a:p>
              </p:txBody>
            </p:sp>
            <p:sp>
              <p:nvSpPr>
                <p:cNvPr id="24" name="Freeform 23">
                  <a:extLst>
                    <a:ext uri="{FF2B5EF4-FFF2-40B4-BE49-F238E27FC236}">
                      <a16:creationId xmlns:a16="http://schemas.microsoft.com/office/drawing/2014/main" id="{E49BC1BA-9195-D77D-6393-657EFAEED6DB}"/>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tx1"/>
                </a:solidFill>
                <a:ln w="2699" cap="flat">
                  <a:noFill/>
                  <a:prstDash val="solid"/>
                  <a:miter/>
                </a:ln>
              </p:spPr>
              <p:txBody>
                <a:bodyPr/>
                <a:lstStyle/>
                <a:p>
                  <a:endParaRPr lang="en-US"/>
                </a:p>
              </p:txBody>
            </p:sp>
            <p:sp>
              <p:nvSpPr>
                <p:cNvPr id="25" name="Rectangle 24">
                  <a:extLst>
                    <a:ext uri="{FF2B5EF4-FFF2-40B4-BE49-F238E27FC236}">
                      <a16:creationId xmlns:a16="http://schemas.microsoft.com/office/drawing/2014/main" id="{BEB722AB-7461-7FA0-A8F6-18B7884FDF1E}"/>
                    </a:ext>
                  </a:extLst>
                </p:cNvPr>
                <p:cNvSpPr/>
                <p:nvPr/>
              </p:nvSpPr>
              <p:spPr>
                <a:xfrm>
                  <a:off x="8566434" y="4894372"/>
                  <a:ext cx="11659" cy="59143"/>
                </a:xfrm>
                <a:prstGeom prst="rect">
                  <a:avLst/>
                </a:prstGeom>
                <a:solidFill>
                  <a:schemeClr val="tx1"/>
                </a:solidFill>
                <a:ln w="2699" cap="flat">
                  <a:noFill/>
                  <a:prstDash val="solid"/>
                  <a:miter/>
                </a:ln>
              </p:spPr>
              <p:txBody>
                <a:bodyPr/>
                <a:lstStyle/>
                <a:p>
                  <a:endParaRPr lang="en-US"/>
                </a:p>
              </p:txBody>
            </p:sp>
            <p:sp>
              <p:nvSpPr>
                <p:cNvPr id="26" name="Freeform 25">
                  <a:extLst>
                    <a:ext uri="{FF2B5EF4-FFF2-40B4-BE49-F238E27FC236}">
                      <a16:creationId xmlns:a16="http://schemas.microsoft.com/office/drawing/2014/main" id="{296C350D-F1C5-5FD5-BAF6-581C6E1D91A0}"/>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tx1"/>
                </a:solidFill>
                <a:ln w="2699" cap="flat">
                  <a:noFill/>
                  <a:prstDash val="solid"/>
                  <a:miter/>
                </a:ln>
              </p:spPr>
              <p:txBody>
                <a:bodyPr/>
                <a:lstStyle/>
                <a:p>
                  <a:endParaRPr lang="en-US"/>
                </a:p>
              </p:txBody>
            </p:sp>
          </p:grpSp>
          <p:sp>
            <p:nvSpPr>
              <p:cNvPr id="17" name="Freeform 16">
                <a:extLst>
                  <a:ext uri="{FF2B5EF4-FFF2-40B4-BE49-F238E27FC236}">
                    <a16:creationId xmlns:a16="http://schemas.microsoft.com/office/drawing/2014/main" id="{F34CE08E-7ED6-D1CA-C661-ADA6FFD0AF3D}"/>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tx1"/>
              </a:solidFill>
              <a:ln w="2699" cap="flat">
                <a:noFill/>
                <a:prstDash val="solid"/>
                <a:miter/>
              </a:ln>
            </p:spPr>
            <p:txBody>
              <a:bodyPr/>
              <a:lstStyle/>
              <a:p>
                <a:endParaRPr lang="en-US"/>
              </a:p>
            </p:txBody>
          </p:sp>
        </p:grpSp>
        <p:sp>
          <p:nvSpPr>
            <p:cNvPr id="7" name="Freeform 6">
              <a:extLst>
                <a:ext uri="{FF2B5EF4-FFF2-40B4-BE49-F238E27FC236}">
                  <a16:creationId xmlns:a16="http://schemas.microsoft.com/office/drawing/2014/main" id="{563BF152-B2AF-8ADC-3007-23F7FACCC3C8}"/>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tx1"/>
            </a:solidFill>
            <a:ln w="2699" cap="flat">
              <a:noFill/>
              <a:prstDash val="solid"/>
              <a:miter/>
            </a:ln>
          </p:spPr>
          <p:txBody>
            <a:bodyPr/>
            <a:lstStyle/>
            <a:p>
              <a:endParaRPr lang="en-US"/>
            </a:p>
          </p:txBody>
        </p:sp>
        <p:sp>
          <p:nvSpPr>
            <p:cNvPr id="8" name="Freeform 7">
              <a:extLst>
                <a:ext uri="{FF2B5EF4-FFF2-40B4-BE49-F238E27FC236}">
                  <a16:creationId xmlns:a16="http://schemas.microsoft.com/office/drawing/2014/main" id="{034927A9-3BAD-A9D4-A8CE-37CC57F1B698}"/>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tx1"/>
            </a:solidFill>
            <a:ln w="2699" cap="flat">
              <a:noFill/>
              <a:prstDash val="solid"/>
              <a:miter/>
            </a:ln>
          </p:spPr>
          <p:txBody>
            <a:bodyPr/>
            <a:lstStyle/>
            <a:p>
              <a:endParaRPr lang="en-US"/>
            </a:p>
          </p:txBody>
        </p:sp>
        <p:sp>
          <p:nvSpPr>
            <p:cNvPr id="10" name="Freeform 9">
              <a:extLst>
                <a:ext uri="{FF2B5EF4-FFF2-40B4-BE49-F238E27FC236}">
                  <a16:creationId xmlns:a16="http://schemas.microsoft.com/office/drawing/2014/main" id="{45DFA4EC-835F-6110-DAE1-162EB1ADD312}"/>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tx1"/>
            </a:solidFill>
            <a:ln w="2699" cap="flat">
              <a:noFill/>
              <a:prstDash val="solid"/>
              <a:miter/>
            </a:ln>
          </p:spPr>
          <p:txBody>
            <a:bodyPr/>
            <a:lstStyle/>
            <a:p>
              <a:endParaRPr lang="en-US"/>
            </a:p>
          </p:txBody>
        </p:sp>
        <p:grpSp>
          <p:nvGrpSpPr>
            <p:cNvPr id="11" name="Picture 8">
              <a:extLst>
                <a:ext uri="{FF2B5EF4-FFF2-40B4-BE49-F238E27FC236}">
                  <a16:creationId xmlns:a16="http://schemas.microsoft.com/office/drawing/2014/main" id="{30A71EB7-6E36-5739-DD39-AA38DCA9967B}"/>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tx1"/>
            </a:solidFill>
          </p:grpSpPr>
          <p:sp>
            <p:nvSpPr>
              <p:cNvPr id="12" name="Freeform 11">
                <a:extLst>
                  <a:ext uri="{FF2B5EF4-FFF2-40B4-BE49-F238E27FC236}">
                    <a16:creationId xmlns:a16="http://schemas.microsoft.com/office/drawing/2014/main" id="{0FA8D62A-383C-BD7F-2718-CBCA39BF71E4}"/>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tx1"/>
              </a:solidFill>
              <a:ln w="2699" cap="flat">
                <a:noFill/>
                <a:prstDash val="solid"/>
                <a:miter/>
              </a:ln>
            </p:spPr>
            <p:txBody>
              <a:bodyPr/>
              <a:lstStyle/>
              <a:p>
                <a:endParaRPr lang="en-US"/>
              </a:p>
            </p:txBody>
          </p:sp>
          <p:sp>
            <p:nvSpPr>
              <p:cNvPr id="14" name="Freeform 13">
                <a:extLst>
                  <a:ext uri="{FF2B5EF4-FFF2-40B4-BE49-F238E27FC236}">
                    <a16:creationId xmlns:a16="http://schemas.microsoft.com/office/drawing/2014/main" id="{E6517A7C-E38C-7933-D26B-CB373481C3DA}"/>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tx1"/>
              </a:solidFill>
              <a:ln w="2699" cap="flat">
                <a:noFill/>
                <a:prstDash val="solid"/>
                <a:miter/>
              </a:ln>
            </p:spPr>
            <p:txBody>
              <a:bodyPr/>
              <a:lstStyle/>
              <a:p>
                <a:endParaRPr lang="en-US"/>
              </a:p>
            </p:txBody>
          </p:sp>
        </p:grpSp>
      </p:grpSp>
      <p:sp>
        <p:nvSpPr>
          <p:cNvPr id="9" name="TextBox 8">
            <a:extLst>
              <a:ext uri="{FF2B5EF4-FFF2-40B4-BE49-F238E27FC236}">
                <a16:creationId xmlns:a16="http://schemas.microsoft.com/office/drawing/2014/main" id="{78C0E54A-690D-9D32-305E-D70370F06298}"/>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en-IN" sz="600">
                <a:solidFill>
                  <a:srgbClr val="626469">
                    <a:alpha val="50000"/>
                  </a:srgbClr>
                </a:solidFill>
                <a:latin typeface="Aptos" panose="020B0004020202020204" pitchFamily="34" charset="0"/>
              </a:rPr>
              <a:t>Public</a:t>
            </a:r>
          </a:p>
        </p:txBody>
      </p:sp>
    </p:spTree>
    <p:extLst>
      <p:ext uri="{BB962C8B-B14F-4D97-AF65-F5344CB8AC3E}">
        <p14:creationId xmlns:p14="http://schemas.microsoft.com/office/powerpoint/2010/main" val="2350205463"/>
      </p:ext>
    </p:extLst>
  </p:cSld>
  <p:clrMap bg1="dk1" tx1="lt1" bg2="dk2" tx2="lt2" accent1="accent1" accent2="accent2" accent3="accent3" accent4="accent4" accent5="accent5" accent6="accent6" hlink="hlink" folHlink="folHlink"/>
  <p:sldLayoutIdLst>
    <p:sldLayoutId id="2147484405" r:id="rId1"/>
    <p:sldLayoutId id="2147484406" r:id="rId2"/>
    <p:sldLayoutId id="2147484407" r:id="rId3"/>
    <p:sldLayoutId id="2147484408" r:id="rId4"/>
    <p:sldLayoutId id="2147484409" r:id="rId5"/>
    <p:sldLayoutId id="2147484410" r:id="rId6"/>
    <p:sldLayoutId id="2147484411" r:id="rId7"/>
    <p:sldLayoutId id="2147484412" r:id="rId8"/>
    <p:sldLayoutId id="2147484413" r:id="rId9"/>
    <p:sldLayoutId id="2147484414" r:id="rId10"/>
    <p:sldLayoutId id="2147484415" r:id="rId11"/>
    <p:sldLayoutId id="2147484416" r:id="rId12"/>
    <p:sldLayoutId id="2147484417" r:id="rId13"/>
    <p:sldLayoutId id="2147484418" r:id="rId14"/>
    <p:sldLayoutId id="2147484419" r:id="rId15"/>
    <p:sldLayoutId id="2147484420" r:id="rId16"/>
    <p:sldLayoutId id="2147484421" r:id="rId17"/>
    <p:sldLayoutId id="2147484422" r:id="rId18"/>
    <p:sldLayoutId id="2147484423" r:id="rId19"/>
    <p:sldLayoutId id="2147484424" r:id="rId20"/>
    <p:sldLayoutId id="2147484425" r:id="rId21"/>
    <p:sldLayoutId id="2147484426" r:id="rId22"/>
    <p:sldLayoutId id="2147484427" r:id="rId23"/>
    <p:sldLayoutId id="2147484428" r:id="rId24"/>
    <p:sldLayoutId id="2147484429" r:id="rId25"/>
  </p:sldLayoutIdLst>
  <p:hf hdr="0" dt="0"/>
  <p:txStyles>
    <p:titleStyle>
      <a:lvl1pPr algn="l" defTabSz="457184" rtl="0" eaLnBrk="1" latinLnBrk="0" hangingPunct="1">
        <a:lnSpc>
          <a:spcPts val="2400"/>
        </a:lnSpc>
        <a:spcBef>
          <a:spcPct val="0"/>
        </a:spcBef>
        <a:buNone/>
        <a:defRPr sz="2200" b="0" kern="1200">
          <a:solidFill>
            <a:schemeClr val="accent5"/>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accent1"/>
        </a:buClr>
        <a:buFont typeface="Arial" panose="020B0604020202020204" pitchFamily="34" charset="0"/>
        <a:buNone/>
        <a:defRPr sz="1400" b="0" kern="1200">
          <a:solidFill>
            <a:schemeClr val="accent5"/>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12"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CA6C4-E557-E343-AC12-445937F2E490}"/>
            </a:ext>
          </a:extLst>
        </p:cNvPr>
        <p:cNvGrpSpPr/>
        <p:nvPr/>
      </p:nvGrpSpPr>
      <p:grpSpPr>
        <a:xfrm>
          <a:off x="0" y="0"/>
          <a:ext cx="0" cy="0"/>
          <a:chOff x="0" y="0"/>
          <a:chExt cx="0" cy="0"/>
        </a:xfrm>
      </p:grpSpPr>
      <p:sp>
        <p:nvSpPr>
          <p:cNvPr id="2" name="Rectangle dark overlay">
            <a:extLst>
              <a:ext uri="{FF2B5EF4-FFF2-40B4-BE49-F238E27FC236}">
                <a16:creationId xmlns:a16="http://schemas.microsoft.com/office/drawing/2014/main" id="{826112FA-5204-7F4D-56D6-FFAC54F387AF}"/>
              </a:ext>
              <a:ext uri="{C183D7F6-B498-43B3-948B-1728B52AA6E4}">
                <adec:decorative xmlns:adec="http://schemas.microsoft.com/office/drawing/2017/decorative" val="1"/>
              </a:ext>
            </a:extLst>
          </p:cNvPr>
          <p:cNvSpPr/>
          <p:nvPr/>
        </p:nvSpPr>
        <p:spPr>
          <a:xfrm>
            <a:off x="-2" y="0"/>
            <a:ext cx="9144002" cy="5143500"/>
          </a:xfrm>
          <a:prstGeom prst="rect">
            <a:avLst/>
          </a:prstGeom>
          <a:gradFill>
            <a:gsLst>
              <a:gs pos="0">
                <a:srgbClr val="000000"/>
              </a:gs>
              <a:gs pos="92000">
                <a:srgbClr val="000000">
                  <a:alpha val="0"/>
                </a:srgbClr>
              </a:gs>
            </a:gsLst>
            <a:lin ang="210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184" rtl="0" eaLnBrk="1" fontAlgn="auto" latinLnBrk="0" hangingPunct="1">
              <a:lnSpc>
                <a:spcPct val="100000"/>
              </a:lnSpc>
              <a:spcBef>
                <a:spcPts val="0"/>
              </a:spcBef>
              <a:spcAft>
                <a:spcPts val="0"/>
              </a:spcAft>
              <a:buClrTx/>
              <a:buSzTx/>
              <a:buFontTx/>
              <a:buNone/>
              <a:tabLst/>
              <a:defRPr/>
            </a:pPr>
            <a:endParaRPr kumimoji="0" lang="en-PL" sz="1800" b="0" i="0" u="none" strike="noStrike" kern="1200" cap="none" spc="0" normalizeH="0" baseline="0" noProof="0">
              <a:ln>
                <a:noFill/>
              </a:ln>
              <a:solidFill>
                <a:srgbClr val="FFFFFF"/>
              </a:solidFill>
              <a:effectLst/>
              <a:uLnTx/>
              <a:uFillTx/>
              <a:latin typeface="Zalando Sans"/>
              <a:ea typeface="+mn-ea"/>
              <a:cs typeface="+mn-cs"/>
            </a:endParaRPr>
          </a:p>
        </p:txBody>
      </p:sp>
      <p:pic>
        <p:nvPicPr>
          <p:cNvPr id="3" name="Picture Placeholder 2">
            <a:extLst>
              <a:ext uri="{FF2B5EF4-FFF2-40B4-BE49-F238E27FC236}">
                <a16:creationId xmlns:a16="http://schemas.microsoft.com/office/drawing/2014/main" id="{78C1678C-F4B2-00BD-2501-32350D32D551}"/>
              </a:ext>
            </a:extLst>
          </p:cNvPr>
          <p:cNvPicPr>
            <a:picLocks noGrp="1" noChangeAspect="1"/>
          </p:cNvPicPr>
          <p:nvPr>
            <p:ph type="pic" sz="quarter" idx="4294967295"/>
          </p:nvPr>
        </p:nvPicPr>
        <p:blipFill>
          <a:blip r:embed="rId2"/>
          <a:srcRect/>
          <a:stretch/>
        </p:blipFill>
        <p:spPr>
          <a:xfrm>
            <a:off x="0" y="0"/>
            <a:ext cx="9144000" cy="5143500"/>
          </a:xfrm>
          <a:prstGeom prst="rect">
            <a:avLst/>
          </a:prstGeom>
        </p:spPr>
      </p:pic>
      <p:sp>
        <p:nvSpPr>
          <p:cNvPr id="8" name="Title 7">
            <a:extLst>
              <a:ext uri="{FF2B5EF4-FFF2-40B4-BE49-F238E27FC236}">
                <a16:creationId xmlns:a16="http://schemas.microsoft.com/office/drawing/2014/main" id="{EB7ED567-B1B9-560C-9F1B-91DA554245A7}"/>
              </a:ext>
            </a:extLst>
          </p:cNvPr>
          <p:cNvSpPr>
            <a:spLocks noGrp="1"/>
          </p:cNvSpPr>
          <p:nvPr>
            <p:ph type="ctrTitle"/>
          </p:nvPr>
        </p:nvSpPr>
        <p:spPr>
          <a:xfrm>
            <a:off x="400926" y="2461843"/>
            <a:ext cx="8637566" cy="626012"/>
          </a:xfrm>
        </p:spPr>
        <p:txBody>
          <a:bodyPr/>
          <a:lstStyle/>
          <a:p>
            <a:r>
              <a:rPr lang="en-US" sz="2200">
                <a:solidFill>
                  <a:schemeClr val="bg1"/>
                </a:solidFill>
              </a:rPr>
              <a:t>Schneider Electric Smart HMI Challenge at SRM University</a:t>
            </a:r>
          </a:p>
        </p:txBody>
      </p:sp>
      <p:sp>
        <p:nvSpPr>
          <p:cNvPr id="9" name="Subtitle 8">
            <a:extLst>
              <a:ext uri="{FF2B5EF4-FFF2-40B4-BE49-F238E27FC236}">
                <a16:creationId xmlns:a16="http://schemas.microsoft.com/office/drawing/2014/main" id="{320DDE7A-2FA8-060F-4C17-BFAD135719E6}"/>
              </a:ext>
            </a:extLst>
          </p:cNvPr>
          <p:cNvSpPr>
            <a:spLocks noGrp="1"/>
          </p:cNvSpPr>
          <p:nvPr>
            <p:ph type="subTitle" idx="1"/>
          </p:nvPr>
        </p:nvSpPr>
        <p:spPr/>
        <p:txBody>
          <a:bodyPr/>
          <a:lstStyle/>
          <a:p>
            <a:r>
              <a:rPr lang="en-IN">
                <a:solidFill>
                  <a:schemeClr val="bg1"/>
                </a:solidFill>
              </a:rPr>
              <a:t>Reimagining Human-Machine Interaction with AI and Automation</a:t>
            </a:r>
            <a:endParaRPr lang="en-US">
              <a:solidFill>
                <a:schemeClr val="bg1"/>
              </a:solidFill>
            </a:endParaRPr>
          </a:p>
        </p:txBody>
      </p:sp>
      <p:sp>
        <p:nvSpPr>
          <p:cNvPr id="4" name="Footer Placeholder 3">
            <a:extLst>
              <a:ext uri="{FF2B5EF4-FFF2-40B4-BE49-F238E27FC236}">
                <a16:creationId xmlns:a16="http://schemas.microsoft.com/office/drawing/2014/main" id="{05D7465C-6C6E-A243-4FDE-D2487C010888}"/>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solidFill>
                  <a:schemeClr val="accent5"/>
                </a:solidFill>
              </a:rPr>
              <a:t>©2026 Schneider Electric. All Rights Reserved.</a:t>
            </a:r>
          </a:p>
        </p:txBody>
      </p:sp>
      <p:grpSp>
        <p:nvGrpSpPr>
          <p:cNvPr id="27" name="Group 26">
            <a:extLst>
              <a:ext uri="{FF2B5EF4-FFF2-40B4-BE49-F238E27FC236}">
                <a16:creationId xmlns:a16="http://schemas.microsoft.com/office/drawing/2014/main" id="{E027A195-D658-B83F-35D2-D66F66765204}"/>
              </a:ext>
              <a:ext uri="{C183D7F6-B498-43B3-948B-1728B52AA6E4}">
                <adec:decorative xmlns:adec="http://schemas.microsoft.com/office/drawing/2017/decorative" val="1"/>
              </a:ext>
            </a:extLst>
          </p:cNvPr>
          <p:cNvGrpSpPr/>
          <p:nvPr/>
        </p:nvGrpSpPr>
        <p:grpSpPr>
          <a:xfrm>
            <a:off x="7710646" y="4687803"/>
            <a:ext cx="975015" cy="289704"/>
            <a:chOff x="7710646" y="4687803"/>
            <a:chExt cx="975015" cy="289704"/>
          </a:xfrm>
        </p:grpSpPr>
        <p:grpSp>
          <p:nvGrpSpPr>
            <p:cNvPr id="6" name="Picture 8">
              <a:extLst>
                <a:ext uri="{FF2B5EF4-FFF2-40B4-BE49-F238E27FC236}">
                  <a16:creationId xmlns:a16="http://schemas.microsoft.com/office/drawing/2014/main" id="{07F5377B-40CE-B6D9-5297-D515901C48B0}"/>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bg1"/>
            </a:solidFill>
          </p:grpSpPr>
          <p:grpSp>
            <p:nvGrpSpPr>
              <p:cNvPr id="7" name="Picture 8">
                <a:extLst>
                  <a:ext uri="{FF2B5EF4-FFF2-40B4-BE49-F238E27FC236}">
                    <a16:creationId xmlns:a16="http://schemas.microsoft.com/office/drawing/2014/main" id="{20C7BD4E-1083-ED89-AD86-897445C418C3}"/>
                  </a:ext>
                  <a:ext uri="{C183D7F6-B498-43B3-948B-1728B52AA6E4}">
                    <adec:decorative xmlns:adec="http://schemas.microsoft.com/office/drawing/2017/decorative" val="1"/>
                  </a:ext>
                </a:extLst>
              </p:cNvPr>
              <p:cNvGrpSpPr/>
              <p:nvPr/>
            </p:nvGrpSpPr>
            <p:grpSpPr>
              <a:xfrm>
                <a:off x="8136466" y="4863773"/>
                <a:ext cx="523815" cy="90931"/>
                <a:chOff x="8136466" y="4863773"/>
                <a:chExt cx="523815" cy="90931"/>
              </a:xfrm>
              <a:solidFill>
                <a:schemeClr val="bg1"/>
              </a:solidFill>
            </p:grpSpPr>
            <p:sp>
              <p:nvSpPr>
                <p:cNvPr id="12" name="Freeform 11">
                  <a:extLst>
                    <a:ext uri="{FF2B5EF4-FFF2-40B4-BE49-F238E27FC236}">
                      <a16:creationId xmlns:a16="http://schemas.microsoft.com/office/drawing/2014/main" id="{F4CBD46F-1D9D-257D-7BA7-E0517F3E1595}"/>
                    </a:ext>
                  </a:extLst>
                </p:cNvPr>
                <p:cNvSpPr/>
                <p:nvPr/>
              </p:nvSpPr>
              <p:spPr>
                <a:xfrm>
                  <a:off x="8136466" y="4863800"/>
                  <a:ext cx="52142" cy="89715"/>
                </a:xfrm>
                <a:custGeom>
                  <a:avLst/>
                  <a:gdLst>
                    <a:gd name="csX0" fmla="*/ 50977 w 52142"/>
                    <a:gd name="csY0" fmla="*/ 11596 h 89715"/>
                    <a:gd name="csX1" fmla="*/ 12853 w 52142"/>
                    <a:gd name="csY1" fmla="*/ 11596 h 89715"/>
                    <a:gd name="csX2" fmla="*/ 12853 w 52142"/>
                    <a:gd name="csY2" fmla="*/ 38600 h 89715"/>
                    <a:gd name="csX3" fmla="*/ 49648 w 52142"/>
                    <a:gd name="csY3" fmla="*/ 38600 h 89715"/>
                    <a:gd name="csX4" fmla="*/ 49648 w 52142"/>
                    <a:gd name="csY4" fmla="*/ 50196 h 89715"/>
                    <a:gd name="csX5" fmla="*/ 12853 w 52142"/>
                    <a:gd name="csY5" fmla="*/ 50196 h 89715"/>
                    <a:gd name="csX6" fmla="*/ 12853 w 52142"/>
                    <a:gd name="csY6" fmla="*/ 78092 h 89715"/>
                    <a:gd name="csX7" fmla="*/ 52143 w 52142"/>
                    <a:gd name="csY7" fmla="*/ 78092 h 89715"/>
                    <a:gd name="csX8" fmla="*/ 52143 w 52142"/>
                    <a:gd name="csY8" fmla="*/ 89715 h 89715"/>
                    <a:gd name="csX9" fmla="*/ 0 w 52142"/>
                    <a:gd name="csY9" fmla="*/ 89715 h 89715"/>
                    <a:gd name="csX10" fmla="*/ 0 w 52142"/>
                    <a:gd name="csY10" fmla="*/ 0 h 89715"/>
                    <a:gd name="csX11" fmla="*/ 50977 w 52142"/>
                    <a:gd name="csY11" fmla="*/ 0 h 89715"/>
                    <a:gd name="csX12" fmla="*/ 50977 w 52142"/>
                    <a:gd name="csY12" fmla="*/ 11596 h 89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2142" h="89715">
                      <a:moveTo>
                        <a:pt x="50977" y="11596"/>
                      </a:moveTo>
                      <a:lnTo>
                        <a:pt x="12853" y="11596"/>
                      </a:lnTo>
                      <a:lnTo>
                        <a:pt x="12853" y="38600"/>
                      </a:lnTo>
                      <a:lnTo>
                        <a:pt x="49648" y="38600"/>
                      </a:lnTo>
                      <a:lnTo>
                        <a:pt x="49648" y="50196"/>
                      </a:lnTo>
                      <a:lnTo>
                        <a:pt x="12853" y="50196"/>
                      </a:lnTo>
                      <a:lnTo>
                        <a:pt x="12853" y="78092"/>
                      </a:lnTo>
                      <a:lnTo>
                        <a:pt x="52143" y="78092"/>
                      </a:lnTo>
                      <a:lnTo>
                        <a:pt x="52143" y="89715"/>
                      </a:lnTo>
                      <a:lnTo>
                        <a:pt x="0" y="89715"/>
                      </a:lnTo>
                      <a:lnTo>
                        <a:pt x="0" y="0"/>
                      </a:lnTo>
                      <a:lnTo>
                        <a:pt x="50977" y="0"/>
                      </a:lnTo>
                      <a:lnTo>
                        <a:pt x="50977" y="11596"/>
                      </a:lnTo>
                      <a:close/>
                    </a:path>
                  </a:pathLst>
                </a:custGeom>
                <a:solidFill>
                  <a:schemeClr val="bg1"/>
                </a:solidFill>
                <a:ln w="2699" cap="flat">
                  <a:noFill/>
                  <a:prstDash val="solid"/>
                  <a:miter/>
                </a:ln>
              </p:spPr>
              <p:txBody>
                <a:bodyPr/>
                <a:lstStyle/>
                <a:p>
                  <a:endParaRPr lang="en-US"/>
                </a:p>
              </p:txBody>
            </p:sp>
            <p:sp>
              <p:nvSpPr>
                <p:cNvPr id="13" name="Rectangle 12">
                  <a:extLst>
                    <a:ext uri="{FF2B5EF4-FFF2-40B4-BE49-F238E27FC236}">
                      <a16:creationId xmlns:a16="http://schemas.microsoft.com/office/drawing/2014/main" id="{6467C8D7-3389-C2AD-6628-8751C6DC33A1}"/>
                    </a:ext>
                  </a:extLst>
                </p:cNvPr>
                <p:cNvSpPr/>
                <p:nvPr/>
              </p:nvSpPr>
              <p:spPr>
                <a:xfrm>
                  <a:off x="8216890" y="4863773"/>
                  <a:ext cx="11686" cy="89742"/>
                </a:xfrm>
                <a:prstGeom prst="rect">
                  <a:avLst/>
                </a:prstGeom>
                <a:solidFill>
                  <a:schemeClr val="bg1"/>
                </a:solidFill>
                <a:ln w="2699" cap="flat">
                  <a:noFill/>
                  <a:prstDash val="solid"/>
                  <a:miter/>
                </a:ln>
              </p:spPr>
              <p:txBody>
                <a:bodyPr/>
                <a:lstStyle/>
                <a:p>
                  <a:endParaRPr lang="en-US"/>
                </a:p>
              </p:txBody>
            </p:sp>
            <p:sp>
              <p:nvSpPr>
                <p:cNvPr id="14" name="Freeform 13">
                  <a:extLst>
                    <a:ext uri="{FF2B5EF4-FFF2-40B4-BE49-F238E27FC236}">
                      <a16:creationId xmlns:a16="http://schemas.microsoft.com/office/drawing/2014/main" id="{16C1C4CF-E8B9-0F03-B8D9-EE975B510C01}"/>
                    </a:ext>
                  </a:extLst>
                </p:cNvPr>
                <p:cNvSpPr/>
                <p:nvPr/>
              </p:nvSpPr>
              <p:spPr>
                <a:xfrm>
                  <a:off x="8260437" y="4893237"/>
                  <a:ext cx="53335" cy="61441"/>
                </a:xfrm>
                <a:custGeom>
                  <a:avLst/>
                  <a:gdLst>
                    <a:gd name="csX0" fmla="*/ 11687 w 53335"/>
                    <a:gd name="csY0" fmla="*/ 32437 h 61441"/>
                    <a:gd name="csX1" fmla="*/ 53336 w 53335"/>
                    <a:gd name="csY1" fmla="*/ 32437 h 61441"/>
                    <a:gd name="csX2" fmla="*/ 27631 w 53335"/>
                    <a:gd name="csY2" fmla="*/ 0 h 61441"/>
                    <a:gd name="csX3" fmla="*/ 0 w 53335"/>
                    <a:gd name="csY3" fmla="*/ 29923 h 61441"/>
                    <a:gd name="csX4" fmla="*/ 28688 w 53335"/>
                    <a:gd name="csY4" fmla="*/ 61441 h 61441"/>
                    <a:gd name="csX5" fmla="*/ 52306 w 53335"/>
                    <a:gd name="csY5" fmla="*/ 54467 h 61441"/>
                    <a:gd name="csX6" fmla="*/ 52306 w 53335"/>
                    <a:gd name="csY6" fmla="*/ 43114 h 61441"/>
                    <a:gd name="csX7" fmla="*/ 31589 w 53335"/>
                    <a:gd name="csY7" fmla="*/ 50250 h 61441"/>
                    <a:gd name="csX8" fmla="*/ 11714 w 53335"/>
                    <a:gd name="csY8" fmla="*/ 32437 h 61441"/>
                    <a:gd name="csX9" fmla="*/ 27875 w 53335"/>
                    <a:gd name="csY9" fmla="*/ 10055 h 61441"/>
                    <a:gd name="csX10" fmla="*/ 41703 w 53335"/>
                    <a:gd name="csY10" fmla="*/ 24679 h 61441"/>
                    <a:gd name="csX11" fmla="*/ 11958 w 53335"/>
                    <a:gd name="csY11" fmla="*/ 24679 h 61441"/>
                    <a:gd name="csX12" fmla="*/ 27875 w 53335"/>
                    <a:gd name="csY12" fmla="*/ 10055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3335" h="61441">
                      <a:moveTo>
                        <a:pt x="11687" y="32437"/>
                      </a:moveTo>
                      <a:lnTo>
                        <a:pt x="53336" y="32437"/>
                      </a:lnTo>
                      <a:cubicBezTo>
                        <a:pt x="53336" y="10569"/>
                        <a:pt x="43303" y="0"/>
                        <a:pt x="27631" y="0"/>
                      </a:cubicBezTo>
                      <a:cubicBezTo>
                        <a:pt x="11958" y="0"/>
                        <a:pt x="0" y="12029"/>
                        <a:pt x="0" y="29923"/>
                      </a:cubicBezTo>
                      <a:cubicBezTo>
                        <a:pt x="0" y="46277"/>
                        <a:pt x="10250" y="61441"/>
                        <a:pt x="28688" y="61441"/>
                      </a:cubicBezTo>
                      <a:cubicBezTo>
                        <a:pt x="38694" y="61441"/>
                        <a:pt x="45174" y="59198"/>
                        <a:pt x="52306" y="54467"/>
                      </a:cubicBezTo>
                      <a:lnTo>
                        <a:pt x="52306" y="43114"/>
                      </a:lnTo>
                      <a:cubicBezTo>
                        <a:pt x="45445" y="47601"/>
                        <a:pt x="38694" y="50250"/>
                        <a:pt x="31589" y="50250"/>
                      </a:cubicBezTo>
                      <a:cubicBezTo>
                        <a:pt x="20255" y="50250"/>
                        <a:pt x="13531" y="44168"/>
                        <a:pt x="11714" y="32437"/>
                      </a:cubicBezTo>
                      <a:close/>
                      <a:moveTo>
                        <a:pt x="27875" y="10055"/>
                      </a:moveTo>
                      <a:cubicBezTo>
                        <a:pt x="36172" y="10055"/>
                        <a:pt x="41297" y="15705"/>
                        <a:pt x="41703" y="24679"/>
                      </a:cubicBezTo>
                      <a:lnTo>
                        <a:pt x="11958" y="24679"/>
                      </a:lnTo>
                      <a:cubicBezTo>
                        <a:pt x="13531" y="15326"/>
                        <a:pt x="18927" y="10055"/>
                        <a:pt x="27875" y="10055"/>
                      </a:cubicBezTo>
                      <a:close/>
                    </a:path>
                  </a:pathLst>
                </a:custGeom>
                <a:solidFill>
                  <a:schemeClr val="bg1"/>
                </a:solidFill>
                <a:ln w="2699" cap="flat">
                  <a:noFill/>
                  <a:prstDash val="solid"/>
                  <a:miter/>
                </a:ln>
              </p:spPr>
              <p:txBody>
                <a:bodyPr/>
                <a:lstStyle/>
                <a:p>
                  <a:endParaRPr lang="en-US"/>
                </a:p>
              </p:txBody>
            </p:sp>
            <p:sp>
              <p:nvSpPr>
                <p:cNvPr id="15" name="Freeform 14">
                  <a:extLst>
                    <a:ext uri="{FF2B5EF4-FFF2-40B4-BE49-F238E27FC236}">
                      <a16:creationId xmlns:a16="http://schemas.microsoft.com/office/drawing/2014/main" id="{BE08F1F2-580D-24AB-12EB-683C3F45AA6B}"/>
                    </a:ext>
                  </a:extLst>
                </p:cNvPr>
                <p:cNvSpPr/>
                <p:nvPr/>
              </p:nvSpPr>
              <p:spPr>
                <a:xfrm>
                  <a:off x="8339885" y="4893264"/>
                  <a:ext cx="47668" cy="61441"/>
                </a:xfrm>
                <a:custGeom>
                  <a:avLst/>
                  <a:gdLst>
                    <a:gd name="csX0" fmla="*/ 46340 w 47668"/>
                    <a:gd name="csY0" fmla="*/ 16651 h 61441"/>
                    <a:gd name="csX1" fmla="*/ 29990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40 w 47668"/>
                    <a:gd name="csY9" fmla="*/ 4055 h 61441"/>
                    <a:gd name="csX10" fmla="*/ 46340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616" y="12056"/>
                        <a:pt x="35142" y="10704"/>
                        <a:pt x="29990" y="10704"/>
                      </a:cubicBezTo>
                      <a:cubicBezTo>
                        <a:pt x="19306" y="10704"/>
                        <a:pt x="11904" y="18895"/>
                        <a:pt x="11904" y="30869"/>
                      </a:cubicBezTo>
                      <a:cubicBezTo>
                        <a:pt x="11904" y="42844"/>
                        <a:pt x="19848"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40" y="4055"/>
                      </a:cubicBezTo>
                      <a:lnTo>
                        <a:pt x="46340" y="16678"/>
                      </a:lnTo>
                      <a:close/>
                    </a:path>
                  </a:pathLst>
                </a:custGeom>
                <a:solidFill>
                  <a:schemeClr val="bg1"/>
                </a:solidFill>
                <a:ln w="2699" cap="flat">
                  <a:noFill/>
                  <a:prstDash val="solid"/>
                  <a:miter/>
                </a:ln>
              </p:spPr>
              <p:txBody>
                <a:bodyPr/>
                <a:lstStyle/>
                <a:p>
                  <a:endParaRPr lang="en-US"/>
                </a:p>
              </p:txBody>
            </p:sp>
            <p:sp>
              <p:nvSpPr>
                <p:cNvPr id="16" name="Freeform 15">
                  <a:extLst>
                    <a:ext uri="{FF2B5EF4-FFF2-40B4-BE49-F238E27FC236}">
                      <a16:creationId xmlns:a16="http://schemas.microsoft.com/office/drawing/2014/main" id="{13240CCA-879B-A03A-7A72-ECFC65A02308}"/>
                    </a:ext>
                  </a:extLst>
                </p:cNvPr>
                <p:cNvSpPr/>
                <p:nvPr/>
              </p:nvSpPr>
              <p:spPr>
                <a:xfrm>
                  <a:off x="8415293" y="4882100"/>
                  <a:ext cx="43764" cy="72550"/>
                </a:xfrm>
                <a:custGeom>
                  <a:avLst/>
                  <a:gdLst>
                    <a:gd name="csX0" fmla="*/ 21991 w 43764"/>
                    <a:gd name="csY0" fmla="*/ 12272 h 72550"/>
                    <a:gd name="csX1" fmla="*/ 40727 w 43764"/>
                    <a:gd name="csY1" fmla="*/ 12272 h 72550"/>
                    <a:gd name="csX2" fmla="*/ 40727 w 43764"/>
                    <a:gd name="csY2" fmla="*/ 22760 h 72550"/>
                    <a:gd name="csX3" fmla="*/ 21991 w 43764"/>
                    <a:gd name="csY3" fmla="*/ 22760 h 72550"/>
                    <a:gd name="csX4" fmla="*/ 21991 w 43764"/>
                    <a:gd name="csY4" fmla="*/ 53089 h 72550"/>
                    <a:gd name="csX5" fmla="*/ 30451 w 43764"/>
                    <a:gd name="csY5" fmla="*/ 62063 h 72550"/>
                    <a:gd name="csX6" fmla="*/ 43764 w 43764"/>
                    <a:gd name="csY6" fmla="*/ 57711 h 72550"/>
                    <a:gd name="csX7" fmla="*/ 43764 w 43764"/>
                    <a:gd name="csY7" fmla="*/ 68604 h 72550"/>
                    <a:gd name="csX8" fmla="*/ 29502 w 43764"/>
                    <a:gd name="csY8" fmla="*/ 72551 h 72550"/>
                    <a:gd name="csX9" fmla="*/ 10304 w 43764"/>
                    <a:gd name="csY9" fmla="*/ 53981 h 72550"/>
                    <a:gd name="csX10" fmla="*/ 10304 w 43764"/>
                    <a:gd name="csY10" fmla="*/ 22733 h 72550"/>
                    <a:gd name="csX11" fmla="*/ 0 w 43764"/>
                    <a:gd name="csY11" fmla="*/ 22733 h 72550"/>
                    <a:gd name="csX12" fmla="*/ 0 w 43764"/>
                    <a:gd name="csY12" fmla="*/ 21435 h 72550"/>
                    <a:gd name="csX13" fmla="*/ 21991 w 43764"/>
                    <a:gd name="csY13" fmla="*/ 0 h 72550"/>
                    <a:gd name="csX14" fmla="*/ 21991 w 43764"/>
                    <a:gd name="csY14" fmla="*/ 12245 h 7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764" h="72550">
                      <a:moveTo>
                        <a:pt x="21991" y="12272"/>
                      </a:moveTo>
                      <a:lnTo>
                        <a:pt x="40727" y="12272"/>
                      </a:lnTo>
                      <a:lnTo>
                        <a:pt x="40727" y="22760"/>
                      </a:lnTo>
                      <a:lnTo>
                        <a:pt x="21991" y="22760"/>
                      </a:lnTo>
                      <a:lnTo>
                        <a:pt x="21991" y="53089"/>
                      </a:lnTo>
                      <a:cubicBezTo>
                        <a:pt x="21991" y="60063"/>
                        <a:pt x="26980" y="62063"/>
                        <a:pt x="30451" y="62063"/>
                      </a:cubicBezTo>
                      <a:cubicBezTo>
                        <a:pt x="34681" y="62063"/>
                        <a:pt x="39019" y="60603"/>
                        <a:pt x="43764" y="57711"/>
                      </a:cubicBezTo>
                      <a:lnTo>
                        <a:pt x="43764" y="68604"/>
                      </a:lnTo>
                      <a:cubicBezTo>
                        <a:pt x="39670" y="70848"/>
                        <a:pt x="33325" y="72551"/>
                        <a:pt x="29502" y="72551"/>
                      </a:cubicBezTo>
                      <a:cubicBezTo>
                        <a:pt x="16730" y="72551"/>
                        <a:pt x="10304" y="64658"/>
                        <a:pt x="10304" y="53981"/>
                      </a:cubicBezTo>
                      <a:lnTo>
                        <a:pt x="10304" y="22733"/>
                      </a:lnTo>
                      <a:lnTo>
                        <a:pt x="0" y="22733"/>
                      </a:lnTo>
                      <a:lnTo>
                        <a:pt x="0" y="21435"/>
                      </a:lnTo>
                      <a:lnTo>
                        <a:pt x="21991" y="0"/>
                      </a:lnTo>
                      <a:lnTo>
                        <a:pt x="21991" y="12245"/>
                      </a:lnTo>
                      <a:close/>
                    </a:path>
                  </a:pathLst>
                </a:custGeom>
                <a:solidFill>
                  <a:schemeClr val="bg1"/>
                </a:solidFill>
                <a:ln w="2699" cap="flat">
                  <a:noFill/>
                  <a:prstDash val="solid"/>
                  <a:miter/>
                </a:ln>
              </p:spPr>
              <p:txBody>
                <a:bodyPr/>
                <a:lstStyle/>
                <a:p>
                  <a:endParaRPr lang="en-US"/>
                </a:p>
              </p:txBody>
            </p:sp>
            <p:sp>
              <p:nvSpPr>
                <p:cNvPr id="17" name="Freeform 16">
                  <a:extLst>
                    <a:ext uri="{FF2B5EF4-FFF2-40B4-BE49-F238E27FC236}">
                      <a16:creationId xmlns:a16="http://schemas.microsoft.com/office/drawing/2014/main" id="{520DD0B0-2D1D-B6E2-3A2B-DF2015E06957}"/>
                    </a:ext>
                  </a:extLst>
                </p:cNvPr>
                <p:cNvSpPr/>
                <p:nvPr/>
              </p:nvSpPr>
              <p:spPr>
                <a:xfrm>
                  <a:off x="8491514" y="4893210"/>
                  <a:ext cx="43248" cy="60305"/>
                </a:xfrm>
                <a:custGeom>
                  <a:avLst/>
                  <a:gdLst>
                    <a:gd name="csX0" fmla="*/ 11687 w 43248"/>
                    <a:gd name="csY0" fmla="*/ 1162 h 60305"/>
                    <a:gd name="csX1" fmla="*/ 11687 w 43248"/>
                    <a:gd name="csY1" fmla="*/ 14840 h 60305"/>
                    <a:gd name="csX2" fmla="*/ 11958 w 43248"/>
                    <a:gd name="csY2" fmla="*/ 14840 h 60305"/>
                    <a:gd name="csX3" fmla="*/ 29122 w 43248"/>
                    <a:gd name="csY3" fmla="*/ 0 h 60305"/>
                    <a:gd name="csX4" fmla="*/ 43249 w 43248"/>
                    <a:gd name="csY4" fmla="*/ 6866 h 60305"/>
                    <a:gd name="csX5" fmla="*/ 37040 w 43248"/>
                    <a:gd name="csY5" fmla="*/ 17138 h 60305"/>
                    <a:gd name="csX6" fmla="*/ 26085 w 43248"/>
                    <a:gd name="csY6" fmla="*/ 11191 h 60305"/>
                    <a:gd name="csX7" fmla="*/ 11687 w 43248"/>
                    <a:gd name="csY7" fmla="*/ 29464 h 60305"/>
                    <a:gd name="csX8" fmla="*/ 11687 w 43248"/>
                    <a:gd name="csY8" fmla="*/ 60306 h 60305"/>
                    <a:gd name="csX9" fmla="*/ 0 w 43248"/>
                    <a:gd name="csY9" fmla="*/ 60306 h 60305"/>
                    <a:gd name="csX10" fmla="*/ 0 w 43248"/>
                    <a:gd name="csY10" fmla="*/ 1162 h 60305"/>
                    <a:gd name="csX11" fmla="*/ 11687 w 43248"/>
                    <a:gd name="csY11" fmla="*/ 1162 h 60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248" h="60305">
                      <a:moveTo>
                        <a:pt x="11687" y="1162"/>
                      </a:moveTo>
                      <a:lnTo>
                        <a:pt x="11687" y="14840"/>
                      </a:lnTo>
                      <a:lnTo>
                        <a:pt x="11958" y="14840"/>
                      </a:lnTo>
                      <a:cubicBezTo>
                        <a:pt x="17896" y="4352"/>
                        <a:pt x="23563" y="0"/>
                        <a:pt x="29122" y="0"/>
                      </a:cubicBezTo>
                      <a:cubicBezTo>
                        <a:pt x="33867" y="0"/>
                        <a:pt x="38341" y="2244"/>
                        <a:pt x="43249" y="6866"/>
                      </a:cubicBezTo>
                      <a:lnTo>
                        <a:pt x="37040" y="17138"/>
                      </a:lnTo>
                      <a:cubicBezTo>
                        <a:pt x="33487" y="13651"/>
                        <a:pt x="28851" y="11191"/>
                        <a:pt x="26085" y="11191"/>
                      </a:cubicBezTo>
                      <a:cubicBezTo>
                        <a:pt x="18032" y="11191"/>
                        <a:pt x="11687" y="19381"/>
                        <a:pt x="11687" y="29464"/>
                      </a:cubicBezTo>
                      <a:lnTo>
                        <a:pt x="11687" y="60306"/>
                      </a:lnTo>
                      <a:lnTo>
                        <a:pt x="0" y="60306"/>
                      </a:lnTo>
                      <a:lnTo>
                        <a:pt x="0" y="1162"/>
                      </a:lnTo>
                      <a:lnTo>
                        <a:pt x="11687" y="1162"/>
                      </a:lnTo>
                      <a:close/>
                    </a:path>
                  </a:pathLst>
                </a:custGeom>
                <a:solidFill>
                  <a:schemeClr val="bg1"/>
                </a:solidFill>
                <a:ln w="2699" cap="flat">
                  <a:noFill/>
                  <a:prstDash val="solid"/>
                  <a:miter/>
                </a:ln>
              </p:spPr>
              <p:txBody>
                <a:bodyPr/>
                <a:lstStyle/>
                <a:p>
                  <a:endParaRPr lang="en-US"/>
                </a:p>
              </p:txBody>
            </p:sp>
            <p:sp>
              <p:nvSpPr>
                <p:cNvPr id="18" name="Rectangle 17">
                  <a:extLst>
                    <a:ext uri="{FF2B5EF4-FFF2-40B4-BE49-F238E27FC236}">
                      <a16:creationId xmlns:a16="http://schemas.microsoft.com/office/drawing/2014/main" id="{3A8F5E28-D6BD-C41B-BBA9-9B9598190618}"/>
                    </a:ext>
                  </a:extLst>
                </p:cNvPr>
                <p:cNvSpPr/>
                <p:nvPr/>
              </p:nvSpPr>
              <p:spPr>
                <a:xfrm>
                  <a:off x="8566434" y="4894372"/>
                  <a:ext cx="11659" cy="59143"/>
                </a:xfrm>
                <a:prstGeom prst="rect">
                  <a:avLst/>
                </a:prstGeom>
                <a:solidFill>
                  <a:schemeClr val="bg1"/>
                </a:solidFill>
                <a:ln w="2699" cap="flat">
                  <a:noFill/>
                  <a:prstDash val="solid"/>
                  <a:miter/>
                </a:ln>
              </p:spPr>
              <p:txBody>
                <a:bodyPr/>
                <a:lstStyle/>
                <a:p>
                  <a:endParaRPr lang="en-US"/>
                </a:p>
              </p:txBody>
            </p:sp>
            <p:sp>
              <p:nvSpPr>
                <p:cNvPr id="19" name="Freeform 18">
                  <a:extLst>
                    <a:ext uri="{FF2B5EF4-FFF2-40B4-BE49-F238E27FC236}">
                      <a16:creationId xmlns:a16="http://schemas.microsoft.com/office/drawing/2014/main" id="{944E21D4-E633-4A16-B849-C6DF866ED4B7}"/>
                    </a:ext>
                  </a:extLst>
                </p:cNvPr>
                <p:cNvSpPr/>
                <p:nvPr/>
              </p:nvSpPr>
              <p:spPr>
                <a:xfrm>
                  <a:off x="8612612" y="4893264"/>
                  <a:ext cx="47668" cy="61441"/>
                </a:xfrm>
                <a:custGeom>
                  <a:avLst/>
                  <a:gdLst>
                    <a:gd name="csX0" fmla="*/ 46340 w 47668"/>
                    <a:gd name="csY0" fmla="*/ 16651 h 61441"/>
                    <a:gd name="csX1" fmla="*/ 29962 w 47668"/>
                    <a:gd name="csY1" fmla="*/ 10704 h 61441"/>
                    <a:gd name="csX2" fmla="*/ 11904 w 47668"/>
                    <a:gd name="csY2" fmla="*/ 30869 h 61441"/>
                    <a:gd name="csX3" fmla="*/ 31969 w 47668"/>
                    <a:gd name="csY3" fmla="*/ 50467 h 61441"/>
                    <a:gd name="csX4" fmla="*/ 47669 w 47668"/>
                    <a:gd name="csY4" fmla="*/ 46520 h 61441"/>
                    <a:gd name="csX5" fmla="*/ 47669 w 47668"/>
                    <a:gd name="csY5" fmla="*/ 58035 h 61441"/>
                    <a:gd name="csX6" fmla="*/ 29990 w 47668"/>
                    <a:gd name="csY6" fmla="*/ 61441 h 61441"/>
                    <a:gd name="csX7" fmla="*/ 0 w 47668"/>
                    <a:gd name="csY7" fmla="*/ 31923 h 61441"/>
                    <a:gd name="csX8" fmla="*/ 29203 w 47668"/>
                    <a:gd name="csY8" fmla="*/ 0 h 61441"/>
                    <a:gd name="csX9" fmla="*/ 46367 w 47668"/>
                    <a:gd name="csY9" fmla="*/ 4055 h 61441"/>
                    <a:gd name="csX10" fmla="*/ 46367 w 47668"/>
                    <a:gd name="csY10" fmla="*/ 16678 h 61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7668" h="61441">
                      <a:moveTo>
                        <a:pt x="46340" y="16651"/>
                      </a:moveTo>
                      <a:cubicBezTo>
                        <a:pt x="39588" y="12056"/>
                        <a:pt x="35114" y="10704"/>
                        <a:pt x="29962" y="10704"/>
                      </a:cubicBezTo>
                      <a:cubicBezTo>
                        <a:pt x="19279" y="10704"/>
                        <a:pt x="11904" y="18895"/>
                        <a:pt x="11904" y="30869"/>
                      </a:cubicBezTo>
                      <a:cubicBezTo>
                        <a:pt x="11904" y="42844"/>
                        <a:pt x="19821" y="50467"/>
                        <a:pt x="31969" y="50467"/>
                      </a:cubicBezTo>
                      <a:cubicBezTo>
                        <a:pt x="36985" y="50467"/>
                        <a:pt x="41731" y="49142"/>
                        <a:pt x="47669" y="46520"/>
                      </a:cubicBezTo>
                      <a:lnTo>
                        <a:pt x="47669" y="58035"/>
                      </a:lnTo>
                      <a:cubicBezTo>
                        <a:pt x="43710" y="59873"/>
                        <a:pt x="36199" y="61441"/>
                        <a:pt x="29990" y="61441"/>
                      </a:cubicBezTo>
                      <a:cubicBezTo>
                        <a:pt x="12310" y="61441"/>
                        <a:pt x="0" y="49304"/>
                        <a:pt x="0" y="31923"/>
                      </a:cubicBezTo>
                      <a:cubicBezTo>
                        <a:pt x="0" y="12353"/>
                        <a:pt x="11253" y="0"/>
                        <a:pt x="29203" y="0"/>
                      </a:cubicBezTo>
                      <a:cubicBezTo>
                        <a:pt x="36063" y="0"/>
                        <a:pt x="40673" y="1568"/>
                        <a:pt x="46367" y="4055"/>
                      </a:cubicBezTo>
                      <a:lnTo>
                        <a:pt x="46367" y="16678"/>
                      </a:lnTo>
                      <a:close/>
                    </a:path>
                  </a:pathLst>
                </a:custGeom>
                <a:solidFill>
                  <a:schemeClr val="bg1"/>
                </a:solidFill>
                <a:ln w="2699" cap="flat">
                  <a:noFill/>
                  <a:prstDash val="solid"/>
                  <a:miter/>
                </a:ln>
              </p:spPr>
              <p:txBody>
                <a:bodyPr/>
                <a:lstStyle/>
                <a:p>
                  <a:endParaRPr lang="en-US"/>
                </a:p>
              </p:txBody>
            </p:sp>
          </p:grpSp>
          <p:sp>
            <p:nvSpPr>
              <p:cNvPr id="20" name="Freeform 19">
                <a:extLst>
                  <a:ext uri="{FF2B5EF4-FFF2-40B4-BE49-F238E27FC236}">
                    <a16:creationId xmlns:a16="http://schemas.microsoft.com/office/drawing/2014/main" id="{229F4B03-C625-5794-C777-4D885906FA21}"/>
                  </a:ext>
                </a:extLst>
              </p:cNvPr>
              <p:cNvSpPr/>
              <p:nvPr/>
            </p:nvSpPr>
            <p:spPr>
              <a:xfrm>
                <a:off x="8565511" y="4870401"/>
                <a:ext cx="13340" cy="12869"/>
              </a:xfrm>
              <a:custGeom>
                <a:avLst/>
                <a:gdLst>
                  <a:gd name="csX0" fmla="*/ 13044 w 13340"/>
                  <a:gd name="csY0" fmla="*/ 2698 h 12869"/>
                  <a:gd name="csX1" fmla="*/ 8651 w 13340"/>
                  <a:gd name="csY1" fmla="*/ 11672 h 12869"/>
                  <a:gd name="csX2" fmla="*/ 299 w 13340"/>
                  <a:gd name="csY2" fmla="*/ 10185 h 12869"/>
                  <a:gd name="csX3" fmla="*/ 4692 w 13340"/>
                  <a:gd name="csY3" fmla="*/ 1211 h 12869"/>
                  <a:gd name="csX4" fmla="*/ 13044 w 13340"/>
                  <a:gd name="csY4" fmla="*/ 2671 h 12869"/>
                </a:gdLst>
                <a:ahLst/>
                <a:cxnLst>
                  <a:cxn ang="0">
                    <a:pos x="csX0" y="csY0"/>
                  </a:cxn>
                  <a:cxn ang="0">
                    <a:pos x="csX1" y="csY1"/>
                  </a:cxn>
                  <a:cxn ang="0">
                    <a:pos x="csX2" y="csY2"/>
                  </a:cxn>
                  <a:cxn ang="0">
                    <a:pos x="csX3" y="csY3"/>
                  </a:cxn>
                  <a:cxn ang="0">
                    <a:pos x="csX4" y="csY4"/>
                  </a:cxn>
                </a:cxnLst>
                <a:rect l="l" t="t" r="r" b="b"/>
                <a:pathLst>
                  <a:path w="13340" h="12869">
                    <a:moveTo>
                      <a:pt x="13044" y="2698"/>
                    </a:moveTo>
                    <a:cubicBezTo>
                      <a:pt x="14128" y="5590"/>
                      <a:pt x="12149" y="9617"/>
                      <a:pt x="8651" y="11672"/>
                    </a:cubicBezTo>
                    <a:cubicBezTo>
                      <a:pt x="5153" y="13726"/>
                      <a:pt x="1384" y="13077"/>
                      <a:pt x="299" y="10185"/>
                    </a:cubicBezTo>
                    <a:cubicBezTo>
                      <a:pt x="-785" y="7320"/>
                      <a:pt x="1167" y="3292"/>
                      <a:pt x="4692" y="1211"/>
                    </a:cubicBezTo>
                    <a:cubicBezTo>
                      <a:pt x="8190" y="-870"/>
                      <a:pt x="11932" y="-195"/>
                      <a:pt x="13044" y="2671"/>
                    </a:cubicBezTo>
                    <a:close/>
                  </a:path>
                </a:pathLst>
              </a:custGeom>
              <a:solidFill>
                <a:schemeClr val="bg1"/>
              </a:solidFill>
              <a:ln w="2699" cap="flat">
                <a:noFill/>
                <a:prstDash val="solid"/>
                <a:miter/>
              </a:ln>
            </p:spPr>
            <p:txBody>
              <a:bodyPr/>
              <a:lstStyle/>
              <a:p>
                <a:endParaRPr lang="en-US"/>
              </a:p>
            </p:txBody>
          </p:sp>
        </p:grpSp>
        <p:sp>
          <p:nvSpPr>
            <p:cNvPr id="21" name="Freeform 20">
              <a:extLst>
                <a:ext uri="{FF2B5EF4-FFF2-40B4-BE49-F238E27FC236}">
                  <a16:creationId xmlns:a16="http://schemas.microsoft.com/office/drawing/2014/main" id="{3B2828D8-6A4F-6BB4-117F-9E5C9C932334}"/>
                </a:ext>
              </a:extLst>
            </p:cNvPr>
            <p:cNvSpPr/>
            <p:nvPr/>
          </p:nvSpPr>
          <p:spPr>
            <a:xfrm>
              <a:off x="7949007" y="4829725"/>
              <a:ext cx="152296" cy="147782"/>
            </a:xfrm>
            <a:custGeom>
              <a:avLst/>
              <a:gdLst>
                <a:gd name="csX0" fmla="*/ 146894 w 152296"/>
                <a:gd name="csY0" fmla="*/ 72297 h 147782"/>
                <a:gd name="csX1" fmla="*/ 146894 w 152296"/>
                <a:gd name="csY1" fmla="*/ 72351 h 147782"/>
                <a:gd name="csX2" fmla="*/ 146894 w 152296"/>
                <a:gd name="csY2" fmla="*/ 72351 h 147782"/>
                <a:gd name="csX3" fmla="*/ 146894 w 152296"/>
                <a:gd name="csY3" fmla="*/ 72297 h 147782"/>
                <a:gd name="csX4" fmla="*/ 141389 w 152296"/>
                <a:gd name="csY4" fmla="*/ 84407 h 147782"/>
                <a:gd name="csX5" fmla="*/ 141389 w 152296"/>
                <a:gd name="csY5" fmla="*/ 84407 h 147782"/>
                <a:gd name="csX6" fmla="*/ 141335 w 152296"/>
                <a:gd name="csY6" fmla="*/ 84515 h 147782"/>
                <a:gd name="csX7" fmla="*/ 141389 w 152296"/>
                <a:gd name="csY7" fmla="*/ 84407 h 147782"/>
                <a:gd name="csX8" fmla="*/ 146894 w 152296"/>
                <a:gd name="csY8" fmla="*/ 72297 h 147782"/>
                <a:gd name="csX9" fmla="*/ 149009 w 152296"/>
                <a:gd name="csY9" fmla="*/ 66026 h 147782"/>
                <a:gd name="csX10" fmla="*/ 146894 w 152296"/>
                <a:gd name="csY10" fmla="*/ 72297 h 147782"/>
                <a:gd name="csX11" fmla="*/ 140250 w 152296"/>
                <a:gd name="csY11" fmla="*/ 12910 h 147782"/>
                <a:gd name="csX12" fmla="*/ 34609 w 152296"/>
                <a:gd name="csY12" fmla="*/ 31723 h 147782"/>
                <a:gd name="csX13" fmla="*/ 19885 w 152296"/>
                <a:gd name="csY13" fmla="*/ 48456 h 147782"/>
                <a:gd name="csX14" fmla="*/ 39435 w 152296"/>
                <a:gd name="csY14" fmla="*/ 48456 h 147782"/>
                <a:gd name="csX15" fmla="*/ 34961 w 152296"/>
                <a:gd name="csY15" fmla="*/ 61187 h 147782"/>
                <a:gd name="csX16" fmla="*/ 11778 w 152296"/>
                <a:gd name="csY16" fmla="*/ 61187 h 147782"/>
                <a:gd name="csX17" fmla="*/ 15547 w 152296"/>
                <a:gd name="csY17" fmla="*/ 54835 h 147782"/>
                <a:gd name="csX18" fmla="*/ 6084 w 152296"/>
                <a:gd name="csY18" fmla="*/ 73270 h 147782"/>
                <a:gd name="csX19" fmla="*/ 33389 w 152296"/>
                <a:gd name="csY19" fmla="*/ 73270 h 147782"/>
                <a:gd name="csX20" fmla="*/ 29023 w 152296"/>
                <a:gd name="csY20" fmla="*/ 86001 h 147782"/>
                <a:gd name="csX21" fmla="*/ 2043 w 152296"/>
                <a:gd name="csY21" fmla="*/ 86001 h 147782"/>
                <a:gd name="csX22" fmla="*/ 12049 w 152296"/>
                <a:gd name="csY22" fmla="*/ 135143 h 147782"/>
                <a:gd name="csX23" fmla="*/ 117257 w 152296"/>
                <a:gd name="csY23" fmla="*/ 115897 h 147782"/>
                <a:gd name="csX24" fmla="*/ 133499 w 152296"/>
                <a:gd name="csY24" fmla="*/ 97165 h 147782"/>
                <a:gd name="csX25" fmla="*/ 108417 w 152296"/>
                <a:gd name="csY25" fmla="*/ 97165 h 147782"/>
                <a:gd name="csX26" fmla="*/ 112159 w 152296"/>
                <a:gd name="csY26" fmla="*/ 84434 h 147782"/>
                <a:gd name="csX27" fmla="*/ 141362 w 152296"/>
                <a:gd name="csY27" fmla="*/ 84434 h 147782"/>
                <a:gd name="csX28" fmla="*/ 146867 w 152296"/>
                <a:gd name="csY28" fmla="*/ 72378 h 147782"/>
                <a:gd name="csX29" fmla="*/ 115087 w 152296"/>
                <a:gd name="csY29" fmla="*/ 72378 h 147782"/>
                <a:gd name="csX30" fmla="*/ 118612 w 152296"/>
                <a:gd name="csY30" fmla="*/ 59646 h 147782"/>
                <a:gd name="csX31" fmla="*/ 150663 w 152296"/>
                <a:gd name="csY31" fmla="*/ 59646 h 147782"/>
                <a:gd name="csX32" fmla="*/ 140250 w 152296"/>
                <a:gd name="csY32" fmla="*/ 12910 h 147782"/>
                <a:gd name="csX33" fmla="*/ 127018 w 152296"/>
                <a:gd name="csY33" fmla="*/ 48347 h 147782"/>
                <a:gd name="csX34" fmla="*/ 107983 w 152296"/>
                <a:gd name="csY34" fmla="*/ 48347 h 147782"/>
                <a:gd name="csX35" fmla="*/ 104268 w 152296"/>
                <a:gd name="csY35" fmla="*/ 49645 h 147782"/>
                <a:gd name="csX36" fmla="*/ 103699 w 152296"/>
                <a:gd name="csY36" fmla="*/ 51105 h 147782"/>
                <a:gd name="csX37" fmla="*/ 93287 w 152296"/>
                <a:gd name="csY37" fmla="*/ 90407 h 147782"/>
                <a:gd name="csX38" fmla="*/ 51746 w 152296"/>
                <a:gd name="csY38" fmla="*/ 117952 h 147782"/>
                <a:gd name="csX39" fmla="*/ 20943 w 152296"/>
                <a:gd name="csY39" fmla="*/ 117952 h 147782"/>
                <a:gd name="csX40" fmla="*/ 26284 w 152296"/>
                <a:gd name="csY40" fmla="*/ 97760 h 147782"/>
                <a:gd name="csX41" fmla="*/ 46052 w 152296"/>
                <a:gd name="csY41" fmla="*/ 97760 h 147782"/>
                <a:gd name="csX42" fmla="*/ 50959 w 152296"/>
                <a:gd name="csY42" fmla="*/ 95543 h 147782"/>
                <a:gd name="csX43" fmla="*/ 52180 w 152296"/>
                <a:gd name="csY43" fmla="*/ 93165 h 147782"/>
                <a:gd name="csX44" fmla="*/ 60369 w 152296"/>
                <a:gd name="csY44" fmla="*/ 58835 h 147782"/>
                <a:gd name="csX45" fmla="*/ 99550 w 152296"/>
                <a:gd name="csY45" fmla="*/ 29804 h 147782"/>
                <a:gd name="csX46" fmla="*/ 131058 w 152296"/>
                <a:gd name="csY46" fmla="*/ 29804 h 147782"/>
                <a:gd name="csX47" fmla="*/ 127018 w 152296"/>
                <a:gd name="csY47" fmla="*/ 48347 h 147782"/>
                <a:gd name="csX48" fmla="*/ 3833 w 152296"/>
                <a:gd name="csY48" fmla="*/ 79487 h 147782"/>
                <a:gd name="csX49" fmla="*/ 6056 w 152296"/>
                <a:gd name="csY49" fmla="*/ 73243 h 147782"/>
                <a:gd name="csX50" fmla="*/ 6056 w 152296"/>
                <a:gd name="csY50" fmla="*/ 73243 h 147782"/>
                <a:gd name="csX51" fmla="*/ 3833 w 152296"/>
                <a:gd name="csY51" fmla="*/ 79487 h 147782"/>
                <a:gd name="csX52" fmla="*/ 141335 w 152296"/>
                <a:gd name="csY52" fmla="*/ 84515 h 147782"/>
                <a:gd name="csX53" fmla="*/ 137729 w 152296"/>
                <a:gd name="csY53" fmla="*/ 90786 h 147782"/>
                <a:gd name="csX54" fmla="*/ 141335 w 152296"/>
                <a:gd name="csY54" fmla="*/ 84515 h 147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52296" h="147782">
                  <a:moveTo>
                    <a:pt x="146894" y="72297"/>
                  </a:moveTo>
                  <a:cubicBezTo>
                    <a:pt x="146894" y="72297"/>
                    <a:pt x="146894" y="72324"/>
                    <a:pt x="146894" y="72351"/>
                  </a:cubicBezTo>
                  <a:lnTo>
                    <a:pt x="146894" y="72351"/>
                  </a:lnTo>
                  <a:cubicBezTo>
                    <a:pt x="146894" y="72351"/>
                    <a:pt x="146894" y="72324"/>
                    <a:pt x="146894" y="72297"/>
                  </a:cubicBezTo>
                  <a:close/>
                  <a:moveTo>
                    <a:pt x="141389" y="84407"/>
                  </a:moveTo>
                  <a:lnTo>
                    <a:pt x="141389" y="84407"/>
                  </a:lnTo>
                  <a:cubicBezTo>
                    <a:pt x="141389" y="84407"/>
                    <a:pt x="141362" y="84488"/>
                    <a:pt x="141335" y="84515"/>
                  </a:cubicBezTo>
                  <a:cubicBezTo>
                    <a:pt x="141335" y="84488"/>
                    <a:pt x="141389" y="84434"/>
                    <a:pt x="141389" y="84407"/>
                  </a:cubicBezTo>
                  <a:close/>
                  <a:moveTo>
                    <a:pt x="146894" y="72297"/>
                  </a:moveTo>
                  <a:cubicBezTo>
                    <a:pt x="147680" y="70188"/>
                    <a:pt x="148385" y="68107"/>
                    <a:pt x="149009" y="66026"/>
                  </a:cubicBezTo>
                  <a:cubicBezTo>
                    <a:pt x="148385" y="68107"/>
                    <a:pt x="147680" y="70215"/>
                    <a:pt x="146894" y="72297"/>
                  </a:cubicBezTo>
                  <a:close/>
                  <a:moveTo>
                    <a:pt x="140250" y="12910"/>
                  </a:moveTo>
                  <a:cubicBezTo>
                    <a:pt x="117555" y="-9742"/>
                    <a:pt x="70022" y="-2038"/>
                    <a:pt x="34609" y="31723"/>
                  </a:cubicBezTo>
                  <a:cubicBezTo>
                    <a:pt x="29050" y="37021"/>
                    <a:pt x="24142" y="42644"/>
                    <a:pt x="19885" y="48456"/>
                  </a:cubicBezTo>
                  <a:lnTo>
                    <a:pt x="39435" y="48456"/>
                  </a:lnTo>
                  <a:lnTo>
                    <a:pt x="34961" y="61187"/>
                  </a:lnTo>
                  <a:lnTo>
                    <a:pt x="11778" y="61187"/>
                  </a:lnTo>
                  <a:cubicBezTo>
                    <a:pt x="12944" y="59052"/>
                    <a:pt x="14191" y="56916"/>
                    <a:pt x="15547" y="54835"/>
                  </a:cubicBezTo>
                  <a:cubicBezTo>
                    <a:pt x="11669" y="60890"/>
                    <a:pt x="8524" y="67080"/>
                    <a:pt x="6084" y="73270"/>
                  </a:cubicBezTo>
                  <a:lnTo>
                    <a:pt x="33389" y="73270"/>
                  </a:lnTo>
                  <a:lnTo>
                    <a:pt x="29023" y="86001"/>
                  </a:lnTo>
                  <a:lnTo>
                    <a:pt x="2043" y="86001"/>
                  </a:lnTo>
                  <a:cubicBezTo>
                    <a:pt x="-2539" y="105491"/>
                    <a:pt x="498" y="123628"/>
                    <a:pt x="12049" y="135143"/>
                  </a:cubicBezTo>
                  <a:cubicBezTo>
                    <a:pt x="34473" y="157498"/>
                    <a:pt x="81844" y="149659"/>
                    <a:pt x="117257" y="115897"/>
                  </a:cubicBezTo>
                  <a:cubicBezTo>
                    <a:pt x="123466" y="109978"/>
                    <a:pt x="128889" y="103680"/>
                    <a:pt x="133499" y="97165"/>
                  </a:cubicBezTo>
                  <a:lnTo>
                    <a:pt x="108417" y="97165"/>
                  </a:lnTo>
                  <a:lnTo>
                    <a:pt x="112159" y="84434"/>
                  </a:lnTo>
                  <a:lnTo>
                    <a:pt x="141362" y="84434"/>
                  </a:lnTo>
                  <a:cubicBezTo>
                    <a:pt x="143504" y="80433"/>
                    <a:pt x="145348" y="76378"/>
                    <a:pt x="146867" y="72378"/>
                  </a:cubicBezTo>
                  <a:lnTo>
                    <a:pt x="115087" y="72378"/>
                  </a:lnTo>
                  <a:lnTo>
                    <a:pt x="118612" y="59646"/>
                  </a:lnTo>
                  <a:lnTo>
                    <a:pt x="150663" y="59646"/>
                  </a:lnTo>
                  <a:cubicBezTo>
                    <a:pt x="154622" y="41184"/>
                    <a:pt x="151476" y="24128"/>
                    <a:pt x="140250" y="12910"/>
                  </a:cubicBezTo>
                  <a:close/>
                  <a:moveTo>
                    <a:pt x="127018" y="48347"/>
                  </a:moveTo>
                  <a:lnTo>
                    <a:pt x="107983" y="48347"/>
                  </a:lnTo>
                  <a:cubicBezTo>
                    <a:pt x="105949" y="48347"/>
                    <a:pt x="105082" y="48699"/>
                    <a:pt x="104268" y="49645"/>
                  </a:cubicBezTo>
                  <a:cubicBezTo>
                    <a:pt x="103943" y="49996"/>
                    <a:pt x="103780" y="50375"/>
                    <a:pt x="103699" y="51105"/>
                  </a:cubicBezTo>
                  <a:lnTo>
                    <a:pt x="93287" y="90407"/>
                  </a:lnTo>
                  <a:cubicBezTo>
                    <a:pt x="90846" y="104193"/>
                    <a:pt x="73872" y="117952"/>
                    <a:pt x="51746" y="117952"/>
                  </a:cubicBezTo>
                  <a:lnTo>
                    <a:pt x="20943" y="117952"/>
                  </a:lnTo>
                  <a:lnTo>
                    <a:pt x="26284" y="97760"/>
                  </a:lnTo>
                  <a:lnTo>
                    <a:pt x="46052" y="97760"/>
                  </a:lnTo>
                  <a:cubicBezTo>
                    <a:pt x="48085" y="97760"/>
                    <a:pt x="49658" y="97030"/>
                    <a:pt x="50959" y="95543"/>
                  </a:cubicBezTo>
                  <a:cubicBezTo>
                    <a:pt x="51448" y="95003"/>
                    <a:pt x="52098" y="94084"/>
                    <a:pt x="52180" y="93165"/>
                  </a:cubicBezTo>
                  <a:lnTo>
                    <a:pt x="60369" y="58835"/>
                  </a:lnTo>
                  <a:cubicBezTo>
                    <a:pt x="62809" y="45050"/>
                    <a:pt x="77424" y="29804"/>
                    <a:pt x="99550" y="29804"/>
                  </a:cubicBezTo>
                  <a:lnTo>
                    <a:pt x="131058" y="29804"/>
                  </a:lnTo>
                  <a:lnTo>
                    <a:pt x="127018" y="48347"/>
                  </a:lnTo>
                  <a:close/>
                  <a:moveTo>
                    <a:pt x="3833" y="79487"/>
                  </a:moveTo>
                  <a:cubicBezTo>
                    <a:pt x="4484" y="77406"/>
                    <a:pt x="5243" y="75324"/>
                    <a:pt x="6056" y="73243"/>
                  </a:cubicBezTo>
                  <a:lnTo>
                    <a:pt x="6056" y="73243"/>
                  </a:lnTo>
                  <a:cubicBezTo>
                    <a:pt x="5216" y="75324"/>
                    <a:pt x="4484" y="77406"/>
                    <a:pt x="3833" y="79487"/>
                  </a:cubicBezTo>
                  <a:close/>
                  <a:moveTo>
                    <a:pt x="141335" y="84515"/>
                  </a:moveTo>
                  <a:cubicBezTo>
                    <a:pt x="140223" y="86623"/>
                    <a:pt x="139003" y="88704"/>
                    <a:pt x="137729" y="90786"/>
                  </a:cubicBezTo>
                  <a:cubicBezTo>
                    <a:pt x="139003" y="88704"/>
                    <a:pt x="140223" y="86623"/>
                    <a:pt x="141335" y="84515"/>
                  </a:cubicBezTo>
                  <a:close/>
                </a:path>
              </a:pathLst>
            </a:custGeom>
            <a:solidFill>
              <a:schemeClr val="bg1"/>
            </a:solidFill>
            <a:ln w="2699" cap="flat">
              <a:noFill/>
              <a:prstDash val="solid"/>
              <a:miter/>
            </a:ln>
          </p:spPr>
          <p:txBody>
            <a:bodyPr/>
            <a:lstStyle/>
            <a:p>
              <a:endParaRPr lang="en-US"/>
            </a:p>
          </p:txBody>
        </p:sp>
        <p:sp>
          <p:nvSpPr>
            <p:cNvPr id="22" name="Freeform 21">
              <a:extLst>
                <a:ext uri="{FF2B5EF4-FFF2-40B4-BE49-F238E27FC236}">
                  <a16:creationId xmlns:a16="http://schemas.microsoft.com/office/drawing/2014/main" id="{2850D294-23B9-39C2-3A5A-B69F4588E811}"/>
                </a:ext>
              </a:extLst>
            </p:cNvPr>
            <p:cNvSpPr/>
            <p:nvPr/>
          </p:nvSpPr>
          <p:spPr>
            <a:xfrm>
              <a:off x="8300723" y="4688053"/>
              <a:ext cx="37352" cy="35984"/>
            </a:xfrm>
            <a:custGeom>
              <a:avLst/>
              <a:gdLst>
                <a:gd name="csX0" fmla="*/ 36505 w 37352"/>
                <a:gd name="csY0" fmla="*/ 7507 h 35984"/>
                <a:gd name="csX1" fmla="*/ 24194 w 37352"/>
                <a:gd name="csY1" fmla="*/ 32592 h 35984"/>
                <a:gd name="csX2" fmla="*/ 848 w 37352"/>
                <a:gd name="csY2" fmla="*/ 28483 h 35984"/>
                <a:gd name="csX3" fmla="*/ 13104 w 37352"/>
                <a:gd name="csY3" fmla="*/ 3372 h 35984"/>
                <a:gd name="csX4" fmla="*/ 36478 w 37352"/>
                <a:gd name="csY4" fmla="*/ 7507 h 35984"/>
              </a:gdLst>
              <a:ahLst/>
              <a:cxnLst>
                <a:cxn ang="0">
                  <a:pos x="csX0" y="csY0"/>
                </a:cxn>
                <a:cxn ang="0">
                  <a:pos x="csX1" y="csY1"/>
                </a:cxn>
                <a:cxn ang="0">
                  <a:pos x="csX2" y="csY2"/>
                </a:cxn>
                <a:cxn ang="0">
                  <a:pos x="csX3" y="csY3"/>
                </a:cxn>
                <a:cxn ang="0">
                  <a:pos x="csX4" y="csY4"/>
                </a:cxn>
              </a:cxnLst>
              <a:rect l="l" t="t" r="r" b="b"/>
              <a:pathLst>
                <a:path w="37352" h="35984">
                  <a:moveTo>
                    <a:pt x="36505" y="7507"/>
                  </a:moveTo>
                  <a:cubicBezTo>
                    <a:pt x="39569" y="15590"/>
                    <a:pt x="34064" y="26835"/>
                    <a:pt x="24194" y="32592"/>
                  </a:cubicBezTo>
                  <a:cubicBezTo>
                    <a:pt x="14351" y="38404"/>
                    <a:pt x="3912" y="36566"/>
                    <a:pt x="848" y="28483"/>
                  </a:cubicBezTo>
                  <a:cubicBezTo>
                    <a:pt x="-2216" y="20401"/>
                    <a:pt x="3288" y="9183"/>
                    <a:pt x="13104" y="3372"/>
                  </a:cubicBezTo>
                  <a:cubicBezTo>
                    <a:pt x="22947" y="-2413"/>
                    <a:pt x="33413" y="-575"/>
                    <a:pt x="36478" y="7507"/>
                  </a:cubicBezTo>
                  <a:close/>
                </a:path>
              </a:pathLst>
            </a:custGeom>
            <a:solidFill>
              <a:schemeClr val="bg1"/>
            </a:solidFill>
            <a:ln w="2699" cap="flat">
              <a:noFill/>
              <a:prstDash val="solid"/>
              <a:miter/>
            </a:ln>
          </p:spPr>
          <p:txBody>
            <a:bodyPr/>
            <a:lstStyle/>
            <a:p>
              <a:endParaRPr lang="en-US"/>
            </a:p>
          </p:txBody>
        </p:sp>
        <p:sp>
          <p:nvSpPr>
            <p:cNvPr id="23" name="Freeform 22">
              <a:extLst>
                <a:ext uri="{FF2B5EF4-FFF2-40B4-BE49-F238E27FC236}">
                  <a16:creationId xmlns:a16="http://schemas.microsoft.com/office/drawing/2014/main" id="{28816486-3221-A113-2EBE-E7D8CBCC2166}"/>
                </a:ext>
              </a:extLst>
            </p:cNvPr>
            <p:cNvSpPr/>
            <p:nvPr/>
          </p:nvSpPr>
          <p:spPr>
            <a:xfrm>
              <a:off x="7710646" y="4687803"/>
              <a:ext cx="975015" cy="157130"/>
            </a:xfrm>
            <a:custGeom>
              <a:avLst/>
              <a:gdLst>
                <a:gd name="csX0" fmla="*/ 420397 w 975015"/>
                <a:gd name="csY0" fmla="*/ 49493 h 157130"/>
                <a:gd name="csX1" fmla="*/ 386530 w 975015"/>
                <a:gd name="csY1" fmla="*/ 66280 h 157130"/>
                <a:gd name="csX2" fmla="*/ 386530 w 975015"/>
                <a:gd name="csY2" fmla="*/ 51413 h 157130"/>
                <a:gd name="csX3" fmla="*/ 353856 w 975015"/>
                <a:gd name="csY3" fmla="*/ 51413 h 157130"/>
                <a:gd name="csX4" fmla="*/ 353856 w 975015"/>
                <a:gd name="csY4" fmla="*/ 124910 h 157130"/>
                <a:gd name="csX5" fmla="*/ 386530 w 975015"/>
                <a:gd name="csY5" fmla="*/ 139128 h 157130"/>
                <a:gd name="csX6" fmla="*/ 386530 w 975015"/>
                <a:gd name="csY6" fmla="*/ 88310 h 157130"/>
                <a:gd name="csX7" fmla="*/ 409334 w 975015"/>
                <a:gd name="csY7" fmla="*/ 71199 h 157130"/>
                <a:gd name="csX8" fmla="*/ 425630 w 975015"/>
                <a:gd name="csY8" fmla="*/ 91905 h 157130"/>
                <a:gd name="csX9" fmla="*/ 425630 w 975015"/>
                <a:gd name="csY9" fmla="*/ 155184 h 157130"/>
                <a:gd name="csX10" fmla="*/ 458304 w 975015"/>
                <a:gd name="csY10" fmla="*/ 155184 h 157130"/>
                <a:gd name="csX11" fmla="*/ 458304 w 975015"/>
                <a:gd name="csY11" fmla="*/ 89202 h 157130"/>
                <a:gd name="csX12" fmla="*/ 420424 w 975015"/>
                <a:gd name="csY12" fmla="*/ 49466 h 157130"/>
                <a:gd name="csX13" fmla="*/ 160333 w 975015"/>
                <a:gd name="csY13" fmla="*/ 103339 h 157130"/>
                <a:gd name="csX14" fmla="*/ 192573 w 975015"/>
                <a:gd name="csY14" fmla="*/ 73443 h 157130"/>
                <a:gd name="csX15" fmla="*/ 219174 w 975015"/>
                <a:gd name="csY15" fmla="*/ 80471 h 157130"/>
                <a:gd name="csX16" fmla="*/ 219174 w 975015"/>
                <a:gd name="csY16" fmla="*/ 56224 h 157130"/>
                <a:gd name="csX17" fmla="*/ 184222 w 975015"/>
                <a:gd name="csY17" fmla="*/ 49521 h 157130"/>
                <a:gd name="csX18" fmla="*/ 125409 w 975015"/>
                <a:gd name="csY18" fmla="*/ 103582 h 157130"/>
                <a:gd name="csX19" fmla="*/ 185605 w 975015"/>
                <a:gd name="csY19" fmla="*/ 157103 h 157130"/>
                <a:gd name="csX20" fmla="*/ 220773 w 975015"/>
                <a:gd name="csY20" fmla="*/ 150102 h 157130"/>
                <a:gd name="csX21" fmla="*/ 220773 w 975015"/>
                <a:gd name="csY21" fmla="*/ 126694 h 157130"/>
                <a:gd name="csX22" fmla="*/ 191462 w 975015"/>
                <a:gd name="csY22" fmla="*/ 133884 h 157130"/>
                <a:gd name="csX23" fmla="*/ 160333 w 975015"/>
                <a:gd name="csY23" fmla="*/ 103393 h 157130"/>
                <a:gd name="csX24" fmla="*/ 39426 w 975015"/>
                <a:gd name="csY24" fmla="*/ 40681 h 157130"/>
                <a:gd name="csX25" fmla="*/ 62148 w 975015"/>
                <a:gd name="csY25" fmla="*/ 28139 h 157130"/>
                <a:gd name="csX26" fmla="*/ 110929 w 975015"/>
                <a:gd name="csY26" fmla="*/ 41790 h 157130"/>
                <a:gd name="csX27" fmla="*/ 110929 w 975015"/>
                <a:gd name="csY27" fmla="*/ 11921 h 157130"/>
                <a:gd name="csX28" fmla="*/ 58705 w 975015"/>
                <a:gd name="csY28" fmla="*/ 0 h 157130"/>
                <a:gd name="csX29" fmla="*/ 0 w 975015"/>
                <a:gd name="csY29" fmla="*/ 44006 h 157130"/>
                <a:gd name="csX30" fmla="*/ 78472 w 975015"/>
                <a:gd name="csY30" fmla="*/ 114881 h 157130"/>
                <a:gd name="csX31" fmla="*/ 55749 w 975015"/>
                <a:gd name="csY31" fmla="*/ 129018 h 157130"/>
                <a:gd name="csX32" fmla="*/ 3173 w 975015"/>
                <a:gd name="csY32" fmla="*/ 109286 h 157130"/>
                <a:gd name="csX33" fmla="*/ 3173 w 975015"/>
                <a:gd name="csY33" fmla="*/ 142290 h 157130"/>
                <a:gd name="csX34" fmla="*/ 58705 w 975015"/>
                <a:gd name="csY34" fmla="*/ 157130 h 157130"/>
                <a:gd name="csX35" fmla="*/ 117871 w 975015"/>
                <a:gd name="csY35" fmla="*/ 110637 h 157130"/>
                <a:gd name="csX36" fmla="*/ 39399 w 975015"/>
                <a:gd name="csY36" fmla="*/ 40681 h 157130"/>
                <a:gd name="csX37" fmla="*/ 300303 w 975015"/>
                <a:gd name="csY37" fmla="*/ 49521 h 157130"/>
                <a:gd name="csX38" fmla="*/ 267385 w 975015"/>
                <a:gd name="csY38" fmla="*/ 66874 h 157130"/>
                <a:gd name="csX39" fmla="*/ 266951 w 975015"/>
                <a:gd name="csY39" fmla="*/ 66874 h 157130"/>
                <a:gd name="csX40" fmla="*/ 266951 w 975015"/>
                <a:gd name="csY40" fmla="*/ 1919 h 157130"/>
                <a:gd name="csX41" fmla="*/ 234304 w 975015"/>
                <a:gd name="csY41" fmla="*/ 1919 h 157130"/>
                <a:gd name="csX42" fmla="*/ 234304 w 975015"/>
                <a:gd name="csY42" fmla="*/ 155211 h 157130"/>
                <a:gd name="csX43" fmla="*/ 266951 w 975015"/>
                <a:gd name="csY43" fmla="*/ 155211 h 157130"/>
                <a:gd name="csX44" fmla="*/ 266951 w 975015"/>
                <a:gd name="csY44" fmla="*/ 89148 h 157130"/>
                <a:gd name="csX45" fmla="*/ 288806 w 975015"/>
                <a:gd name="csY45" fmla="*/ 73416 h 157130"/>
                <a:gd name="csX46" fmla="*/ 305699 w 975015"/>
                <a:gd name="csY46" fmla="*/ 96122 h 157130"/>
                <a:gd name="csX47" fmla="*/ 305699 w 975015"/>
                <a:gd name="csY47" fmla="*/ 133154 h 157130"/>
                <a:gd name="csX48" fmla="*/ 338373 w 975015"/>
                <a:gd name="csY48" fmla="*/ 124828 h 157130"/>
                <a:gd name="csX49" fmla="*/ 338373 w 975015"/>
                <a:gd name="csY49" fmla="*/ 89175 h 157130"/>
                <a:gd name="csX50" fmla="*/ 300303 w 975015"/>
                <a:gd name="csY50" fmla="*/ 49548 h 157130"/>
                <a:gd name="csX51" fmla="*/ 817231 w 975015"/>
                <a:gd name="csY51" fmla="*/ 49521 h 157130"/>
                <a:gd name="csX52" fmla="*/ 762322 w 975015"/>
                <a:gd name="csY52" fmla="*/ 103907 h 157130"/>
                <a:gd name="csX53" fmla="*/ 822627 w 975015"/>
                <a:gd name="csY53" fmla="*/ 157076 h 157130"/>
                <a:gd name="csX54" fmla="*/ 869102 w 975015"/>
                <a:gd name="csY54" fmla="*/ 143318 h 157130"/>
                <a:gd name="csX55" fmla="*/ 869102 w 975015"/>
                <a:gd name="csY55" fmla="*/ 123044 h 157130"/>
                <a:gd name="csX56" fmla="*/ 830544 w 975015"/>
                <a:gd name="csY56" fmla="*/ 137668 h 157130"/>
                <a:gd name="csX57" fmla="*/ 796216 w 975015"/>
                <a:gd name="csY57" fmla="*/ 108880 h 157130"/>
                <a:gd name="csX58" fmla="*/ 870892 w 975015"/>
                <a:gd name="csY58" fmla="*/ 108880 h 157130"/>
                <a:gd name="csX59" fmla="*/ 817231 w 975015"/>
                <a:gd name="csY59" fmla="*/ 49548 h 157130"/>
                <a:gd name="csX60" fmla="*/ 796894 w 975015"/>
                <a:gd name="csY60" fmla="*/ 91662 h 157130"/>
                <a:gd name="csX61" fmla="*/ 819481 w 975015"/>
                <a:gd name="csY61" fmla="*/ 68929 h 157130"/>
                <a:gd name="csX62" fmla="*/ 842068 w 975015"/>
                <a:gd name="csY62" fmla="*/ 91662 h 157130"/>
                <a:gd name="csX63" fmla="*/ 796921 w 975015"/>
                <a:gd name="csY63" fmla="*/ 91662 h 157130"/>
                <a:gd name="csX64" fmla="*/ 715928 w 975015"/>
                <a:gd name="csY64" fmla="*/ 55981 h 157130"/>
                <a:gd name="csX65" fmla="*/ 688785 w 975015"/>
                <a:gd name="csY65" fmla="*/ 49493 h 157130"/>
                <a:gd name="csX66" fmla="*/ 638405 w 975015"/>
                <a:gd name="csY66" fmla="*/ 103177 h 157130"/>
                <a:gd name="csX67" fmla="*/ 686996 w 975015"/>
                <a:gd name="csY67" fmla="*/ 157103 h 157130"/>
                <a:gd name="csX68" fmla="*/ 715928 w 975015"/>
                <a:gd name="csY68" fmla="*/ 146805 h 157130"/>
                <a:gd name="csX69" fmla="*/ 715928 w 975015"/>
                <a:gd name="csY69" fmla="*/ 155184 h 157130"/>
                <a:gd name="csX70" fmla="*/ 748602 w 975015"/>
                <a:gd name="csY70" fmla="*/ 155184 h 157130"/>
                <a:gd name="csX71" fmla="*/ 748602 w 975015"/>
                <a:gd name="csY71" fmla="*/ 1919 h 157130"/>
                <a:gd name="csX72" fmla="*/ 715928 w 975015"/>
                <a:gd name="csY72" fmla="*/ 1919 h 157130"/>
                <a:gd name="csX73" fmla="*/ 715928 w 975015"/>
                <a:gd name="csY73" fmla="*/ 56008 h 157130"/>
                <a:gd name="csX74" fmla="*/ 715928 w 975015"/>
                <a:gd name="csY74" fmla="*/ 126856 h 157130"/>
                <a:gd name="csX75" fmla="*/ 696486 w 975015"/>
                <a:gd name="csY75" fmla="*/ 135397 h 157130"/>
                <a:gd name="csX76" fmla="*/ 671404 w 975015"/>
                <a:gd name="csY76" fmla="*/ 103852 h 157130"/>
                <a:gd name="csX77" fmla="*/ 697625 w 975015"/>
                <a:gd name="csY77" fmla="*/ 71199 h 157130"/>
                <a:gd name="csX78" fmla="*/ 715928 w 975015"/>
                <a:gd name="csY78" fmla="*/ 77281 h 157130"/>
                <a:gd name="csX79" fmla="*/ 715928 w 975015"/>
                <a:gd name="csY79" fmla="*/ 126829 h 157130"/>
                <a:gd name="csX80" fmla="*/ 953377 w 975015"/>
                <a:gd name="csY80" fmla="*/ 49439 h 157130"/>
                <a:gd name="csX81" fmla="*/ 920242 w 975015"/>
                <a:gd name="csY81" fmla="*/ 81147 h 157130"/>
                <a:gd name="csX82" fmla="*/ 919781 w 975015"/>
                <a:gd name="csY82" fmla="*/ 81147 h 157130"/>
                <a:gd name="csX83" fmla="*/ 919781 w 975015"/>
                <a:gd name="csY83" fmla="*/ 51332 h 157130"/>
                <a:gd name="csX84" fmla="*/ 887107 w 975015"/>
                <a:gd name="csY84" fmla="*/ 51332 h 157130"/>
                <a:gd name="csX85" fmla="*/ 887107 w 975015"/>
                <a:gd name="csY85" fmla="*/ 155103 h 157130"/>
                <a:gd name="csX86" fmla="*/ 919781 w 975015"/>
                <a:gd name="csY86" fmla="*/ 155103 h 157130"/>
                <a:gd name="csX87" fmla="*/ 919781 w 975015"/>
                <a:gd name="csY87" fmla="*/ 110313 h 157130"/>
                <a:gd name="csX88" fmla="*/ 946625 w 975015"/>
                <a:gd name="csY88" fmla="*/ 80038 h 157130"/>
                <a:gd name="csX89" fmla="*/ 966013 w 975015"/>
                <a:gd name="csY89" fmla="*/ 87661 h 157130"/>
                <a:gd name="csX90" fmla="*/ 975015 w 975015"/>
                <a:gd name="csY90" fmla="*/ 58900 h 157130"/>
                <a:gd name="csX91" fmla="*/ 953377 w 975015"/>
                <a:gd name="csY91" fmla="*/ 49466 h 157130"/>
                <a:gd name="csX92" fmla="*/ 526093 w 975015"/>
                <a:gd name="csY92" fmla="*/ 49521 h 157130"/>
                <a:gd name="csX93" fmla="*/ 471211 w 975015"/>
                <a:gd name="csY93" fmla="*/ 103907 h 157130"/>
                <a:gd name="csX94" fmla="*/ 531516 w 975015"/>
                <a:gd name="csY94" fmla="*/ 157076 h 157130"/>
                <a:gd name="csX95" fmla="*/ 577965 w 975015"/>
                <a:gd name="csY95" fmla="*/ 143318 h 157130"/>
                <a:gd name="csX96" fmla="*/ 577965 w 975015"/>
                <a:gd name="csY96" fmla="*/ 123044 h 157130"/>
                <a:gd name="csX97" fmla="*/ 539434 w 975015"/>
                <a:gd name="csY97" fmla="*/ 137668 h 157130"/>
                <a:gd name="csX98" fmla="*/ 505105 w 975015"/>
                <a:gd name="csY98" fmla="*/ 108880 h 157130"/>
                <a:gd name="csX99" fmla="*/ 579754 w 975015"/>
                <a:gd name="csY99" fmla="*/ 108880 h 157130"/>
                <a:gd name="csX100" fmla="*/ 526093 w 975015"/>
                <a:gd name="csY100" fmla="*/ 49548 h 157130"/>
                <a:gd name="csX101" fmla="*/ 505756 w 975015"/>
                <a:gd name="csY101" fmla="*/ 91662 h 157130"/>
                <a:gd name="csX102" fmla="*/ 528343 w 975015"/>
                <a:gd name="csY102" fmla="*/ 68929 h 157130"/>
                <a:gd name="csX103" fmla="*/ 550903 w 975015"/>
                <a:gd name="csY103" fmla="*/ 91662 h 157130"/>
                <a:gd name="csX104" fmla="*/ 505756 w 975015"/>
                <a:gd name="csY104" fmla="*/ 91662 h 157130"/>
                <a:gd name="csX105" fmla="*/ 592390 w 975015"/>
                <a:gd name="csY105" fmla="*/ 155211 h 157130"/>
                <a:gd name="csX106" fmla="*/ 625064 w 975015"/>
                <a:gd name="csY106" fmla="*/ 155211 h 157130"/>
                <a:gd name="csX107" fmla="*/ 625064 w 975015"/>
                <a:gd name="csY107" fmla="*/ 51413 h 157130"/>
                <a:gd name="csX108" fmla="*/ 592390 w 975015"/>
                <a:gd name="csY108" fmla="*/ 51413 h 157130"/>
                <a:gd name="csX109" fmla="*/ 592390 w 975015"/>
                <a:gd name="csY109" fmla="*/ 155184 h 157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975015" h="157130">
                  <a:moveTo>
                    <a:pt x="420397" y="49493"/>
                  </a:moveTo>
                  <a:cubicBezTo>
                    <a:pt x="407083" y="49493"/>
                    <a:pt x="396915" y="54413"/>
                    <a:pt x="386530" y="66280"/>
                  </a:cubicBezTo>
                  <a:lnTo>
                    <a:pt x="386530" y="51413"/>
                  </a:lnTo>
                  <a:lnTo>
                    <a:pt x="353856" y="51413"/>
                  </a:lnTo>
                  <a:lnTo>
                    <a:pt x="353856" y="124910"/>
                  </a:lnTo>
                  <a:cubicBezTo>
                    <a:pt x="366681" y="126288"/>
                    <a:pt x="377989" y="130964"/>
                    <a:pt x="386530" y="139128"/>
                  </a:cubicBezTo>
                  <a:lnTo>
                    <a:pt x="386530" y="88310"/>
                  </a:lnTo>
                  <a:cubicBezTo>
                    <a:pt x="395125" y="75497"/>
                    <a:pt x="401226" y="71199"/>
                    <a:pt x="409334" y="71199"/>
                  </a:cubicBezTo>
                  <a:cubicBezTo>
                    <a:pt x="418607" y="71199"/>
                    <a:pt x="425630" y="77281"/>
                    <a:pt x="425630" y="91905"/>
                  </a:cubicBezTo>
                  <a:lnTo>
                    <a:pt x="425630" y="155184"/>
                  </a:lnTo>
                  <a:lnTo>
                    <a:pt x="458304" y="155184"/>
                  </a:lnTo>
                  <a:lnTo>
                    <a:pt x="458304" y="89202"/>
                  </a:lnTo>
                  <a:cubicBezTo>
                    <a:pt x="458304" y="58657"/>
                    <a:pt x="436666" y="49466"/>
                    <a:pt x="420424" y="49466"/>
                  </a:cubicBezTo>
                  <a:close/>
                  <a:moveTo>
                    <a:pt x="160333" y="103339"/>
                  </a:moveTo>
                  <a:cubicBezTo>
                    <a:pt x="160333" y="85174"/>
                    <a:pt x="172969" y="73443"/>
                    <a:pt x="192573" y="73443"/>
                  </a:cubicBezTo>
                  <a:cubicBezTo>
                    <a:pt x="200681" y="73443"/>
                    <a:pt x="210605" y="75930"/>
                    <a:pt x="219174" y="80471"/>
                  </a:cubicBezTo>
                  <a:lnTo>
                    <a:pt x="219174" y="56224"/>
                  </a:lnTo>
                  <a:cubicBezTo>
                    <a:pt x="208355" y="52197"/>
                    <a:pt x="194824" y="49521"/>
                    <a:pt x="184222" y="49521"/>
                  </a:cubicBezTo>
                  <a:cubicBezTo>
                    <a:pt x="149948" y="49521"/>
                    <a:pt x="125409" y="71902"/>
                    <a:pt x="125409" y="103582"/>
                  </a:cubicBezTo>
                  <a:cubicBezTo>
                    <a:pt x="125409" y="135262"/>
                    <a:pt x="149053" y="157103"/>
                    <a:pt x="185605" y="157103"/>
                  </a:cubicBezTo>
                  <a:cubicBezTo>
                    <a:pt x="196641" y="157103"/>
                    <a:pt x="207704" y="154833"/>
                    <a:pt x="220773" y="150102"/>
                  </a:cubicBezTo>
                  <a:lnTo>
                    <a:pt x="220773" y="126694"/>
                  </a:lnTo>
                  <a:cubicBezTo>
                    <a:pt x="206348" y="132073"/>
                    <a:pt x="199379" y="133884"/>
                    <a:pt x="191462" y="133884"/>
                  </a:cubicBezTo>
                  <a:cubicBezTo>
                    <a:pt x="172752" y="133884"/>
                    <a:pt x="160333" y="121747"/>
                    <a:pt x="160333" y="103393"/>
                  </a:cubicBezTo>
                  <a:close/>
                  <a:moveTo>
                    <a:pt x="39426" y="40681"/>
                  </a:moveTo>
                  <a:cubicBezTo>
                    <a:pt x="39426" y="33032"/>
                    <a:pt x="48293" y="28139"/>
                    <a:pt x="62148" y="28139"/>
                  </a:cubicBezTo>
                  <a:cubicBezTo>
                    <a:pt x="76004" y="28139"/>
                    <a:pt x="88640" y="31923"/>
                    <a:pt x="110929" y="41790"/>
                  </a:cubicBezTo>
                  <a:lnTo>
                    <a:pt x="110929" y="11921"/>
                  </a:lnTo>
                  <a:cubicBezTo>
                    <a:pt x="91542" y="3595"/>
                    <a:pt x="75977" y="0"/>
                    <a:pt x="58705" y="0"/>
                  </a:cubicBezTo>
                  <a:cubicBezTo>
                    <a:pt x="22967" y="0"/>
                    <a:pt x="0" y="17543"/>
                    <a:pt x="0" y="44006"/>
                  </a:cubicBezTo>
                  <a:cubicBezTo>
                    <a:pt x="0" y="98933"/>
                    <a:pt x="78472" y="89742"/>
                    <a:pt x="78472" y="114881"/>
                  </a:cubicBezTo>
                  <a:cubicBezTo>
                    <a:pt x="78472" y="123855"/>
                    <a:pt x="70527" y="129018"/>
                    <a:pt x="55749" y="129018"/>
                  </a:cubicBezTo>
                  <a:cubicBezTo>
                    <a:pt x="38721" y="129018"/>
                    <a:pt x="25217" y="123855"/>
                    <a:pt x="3173" y="109286"/>
                  </a:cubicBezTo>
                  <a:lnTo>
                    <a:pt x="3173" y="142290"/>
                  </a:lnTo>
                  <a:cubicBezTo>
                    <a:pt x="18466" y="150156"/>
                    <a:pt x="31752" y="157130"/>
                    <a:pt x="58705" y="157130"/>
                  </a:cubicBezTo>
                  <a:cubicBezTo>
                    <a:pt x="93114" y="157130"/>
                    <a:pt x="117871" y="140047"/>
                    <a:pt x="117871" y="110637"/>
                  </a:cubicBezTo>
                  <a:cubicBezTo>
                    <a:pt x="117871" y="57251"/>
                    <a:pt x="39399" y="63766"/>
                    <a:pt x="39399" y="40681"/>
                  </a:cubicBezTo>
                  <a:close/>
                  <a:moveTo>
                    <a:pt x="300303" y="49521"/>
                  </a:moveTo>
                  <a:cubicBezTo>
                    <a:pt x="287450" y="49521"/>
                    <a:pt x="276875" y="54927"/>
                    <a:pt x="267385" y="66874"/>
                  </a:cubicBezTo>
                  <a:lnTo>
                    <a:pt x="266951" y="66874"/>
                  </a:lnTo>
                  <a:lnTo>
                    <a:pt x="266951" y="1919"/>
                  </a:lnTo>
                  <a:lnTo>
                    <a:pt x="234304" y="1919"/>
                  </a:lnTo>
                  <a:lnTo>
                    <a:pt x="234304" y="155211"/>
                  </a:lnTo>
                  <a:lnTo>
                    <a:pt x="266951" y="155211"/>
                  </a:lnTo>
                  <a:lnTo>
                    <a:pt x="266951" y="89148"/>
                  </a:lnTo>
                  <a:cubicBezTo>
                    <a:pt x="274625" y="78146"/>
                    <a:pt x="281159" y="73416"/>
                    <a:pt x="288806" y="73416"/>
                  </a:cubicBezTo>
                  <a:cubicBezTo>
                    <a:pt x="298947" y="73416"/>
                    <a:pt x="305699" y="80606"/>
                    <a:pt x="305699" y="96122"/>
                  </a:cubicBezTo>
                  <a:lnTo>
                    <a:pt x="305699" y="133154"/>
                  </a:lnTo>
                  <a:cubicBezTo>
                    <a:pt x="316789" y="128532"/>
                    <a:pt x="327852" y="125720"/>
                    <a:pt x="338373" y="124828"/>
                  </a:cubicBezTo>
                  <a:lnTo>
                    <a:pt x="338373" y="89175"/>
                  </a:lnTo>
                  <a:cubicBezTo>
                    <a:pt x="338373" y="61063"/>
                    <a:pt x="319229" y="49548"/>
                    <a:pt x="300303" y="49548"/>
                  </a:cubicBezTo>
                  <a:close/>
                  <a:moveTo>
                    <a:pt x="817231" y="49521"/>
                  </a:moveTo>
                  <a:cubicBezTo>
                    <a:pt x="785153" y="49521"/>
                    <a:pt x="762322" y="72091"/>
                    <a:pt x="762322" y="103907"/>
                  </a:cubicBezTo>
                  <a:cubicBezTo>
                    <a:pt x="762322" y="135722"/>
                    <a:pt x="786048" y="157076"/>
                    <a:pt x="822627" y="157076"/>
                  </a:cubicBezTo>
                  <a:cubicBezTo>
                    <a:pt x="830761" y="157076"/>
                    <a:pt x="850366" y="157076"/>
                    <a:pt x="869102" y="143318"/>
                  </a:cubicBezTo>
                  <a:lnTo>
                    <a:pt x="869102" y="123044"/>
                  </a:lnTo>
                  <a:cubicBezTo>
                    <a:pt x="853782" y="133911"/>
                    <a:pt x="843614" y="137668"/>
                    <a:pt x="830544" y="137668"/>
                  </a:cubicBezTo>
                  <a:cubicBezTo>
                    <a:pt x="809991" y="137668"/>
                    <a:pt x="797355" y="127045"/>
                    <a:pt x="796216" y="108880"/>
                  </a:cubicBezTo>
                  <a:lnTo>
                    <a:pt x="870892" y="108880"/>
                  </a:lnTo>
                  <a:cubicBezTo>
                    <a:pt x="872465" y="71010"/>
                    <a:pt x="847464" y="49548"/>
                    <a:pt x="817231" y="49548"/>
                  </a:cubicBezTo>
                  <a:close/>
                  <a:moveTo>
                    <a:pt x="796894" y="91662"/>
                  </a:moveTo>
                  <a:cubicBezTo>
                    <a:pt x="798250" y="77281"/>
                    <a:pt x="806602" y="68929"/>
                    <a:pt x="819481" y="68929"/>
                  </a:cubicBezTo>
                  <a:cubicBezTo>
                    <a:pt x="832361" y="68929"/>
                    <a:pt x="840713" y="77497"/>
                    <a:pt x="842068" y="91662"/>
                  </a:cubicBezTo>
                  <a:lnTo>
                    <a:pt x="796921" y="91662"/>
                  </a:lnTo>
                  <a:close/>
                  <a:moveTo>
                    <a:pt x="715928" y="55981"/>
                  </a:moveTo>
                  <a:cubicBezTo>
                    <a:pt x="707088" y="51710"/>
                    <a:pt x="698275" y="49493"/>
                    <a:pt x="688785" y="49493"/>
                  </a:cubicBezTo>
                  <a:cubicBezTo>
                    <a:pt x="659040" y="49493"/>
                    <a:pt x="638405" y="71443"/>
                    <a:pt x="638405" y="103177"/>
                  </a:cubicBezTo>
                  <a:cubicBezTo>
                    <a:pt x="638405" y="134911"/>
                    <a:pt x="659040" y="157103"/>
                    <a:pt x="686996" y="157103"/>
                  </a:cubicBezTo>
                  <a:cubicBezTo>
                    <a:pt x="698086" y="157103"/>
                    <a:pt x="706681" y="154184"/>
                    <a:pt x="715928" y="146805"/>
                  </a:cubicBezTo>
                  <a:lnTo>
                    <a:pt x="715928" y="155184"/>
                  </a:lnTo>
                  <a:lnTo>
                    <a:pt x="748602" y="155184"/>
                  </a:lnTo>
                  <a:lnTo>
                    <a:pt x="748602" y="1919"/>
                  </a:lnTo>
                  <a:lnTo>
                    <a:pt x="715928" y="1919"/>
                  </a:lnTo>
                  <a:lnTo>
                    <a:pt x="715928" y="56008"/>
                  </a:lnTo>
                  <a:close/>
                  <a:moveTo>
                    <a:pt x="715928" y="126856"/>
                  </a:moveTo>
                  <a:cubicBezTo>
                    <a:pt x="709149" y="132938"/>
                    <a:pt x="703509" y="135397"/>
                    <a:pt x="696486" y="135397"/>
                  </a:cubicBezTo>
                  <a:cubicBezTo>
                    <a:pt x="681111" y="135397"/>
                    <a:pt x="671404" y="122801"/>
                    <a:pt x="671404" y="103852"/>
                  </a:cubicBezTo>
                  <a:cubicBezTo>
                    <a:pt x="671404" y="83147"/>
                    <a:pt x="681111" y="71199"/>
                    <a:pt x="697625" y="71199"/>
                  </a:cubicBezTo>
                  <a:cubicBezTo>
                    <a:pt x="703509" y="71199"/>
                    <a:pt x="711182" y="73929"/>
                    <a:pt x="715928" y="77281"/>
                  </a:cubicBezTo>
                  <a:lnTo>
                    <a:pt x="715928" y="126829"/>
                  </a:lnTo>
                  <a:close/>
                  <a:moveTo>
                    <a:pt x="953377" y="49439"/>
                  </a:moveTo>
                  <a:cubicBezTo>
                    <a:pt x="940741" y="49439"/>
                    <a:pt x="929922" y="59576"/>
                    <a:pt x="920242" y="81147"/>
                  </a:cubicBezTo>
                  <a:lnTo>
                    <a:pt x="919781" y="81147"/>
                  </a:lnTo>
                  <a:lnTo>
                    <a:pt x="919781" y="51332"/>
                  </a:lnTo>
                  <a:lnTo>
                    <a:pt x="887107" y="51332"/>
                  </a:lnTo>
                  <a:lnTo>
                    <a:pt x="887107" y="155103"/>
                  </a:lnTo>
                  <a:lnTo>
                    <a:pt x="919781" y="155103"/>
                  </a:lnTo>
                  <a:lnTo>
                    <a:pt x="919781" y="110313"/>
                  </a:lnTo>
                  <a:cubicBezTo>
                    <a:pt x="927021" y="91283"/>
                    <a:pt x="934668" y="80038"/>
                    <a:pt x="946625" y="80038"/>
                  </a:cubicBezTo>
                  <a:cubicBezTo>
                    <a:pt x="951777" y="80038"/>
                    <a:pt x="957417" y="82282"/>
                    <a:pt x="966013" y="87661"/>
                  </a:cubicBezTo>
                  <a:lnTo>
                    <a:pt x="975015" y="58900"/>
                  </a:lnTo>
                  <a:cubicBezTo>
                    <a:pt x="965552" y="51926"/>
                    <a:pt x="959939" y="49466"/>
                    <a:pt x="953377" y="49466"/>
                  </a:cubicBezTo>
                  <a:close/>
                  <a:moveTo>
                    <a:pt x="526093" y="49521"/>
                  </a:moveTo>
                  <a:cubicBezTo>
                    <a:pt x="494015" y="49521"/>
                    <a:pt x="471211" y="72091"/>
                    <a:pt x="471211" y="103907"/>
                  </a:cubicBezTo>
                  <a:cubicBezTo>
                    <a:pt x="471211" y="135722"/>
                    <a:pt x="494910" y="157076"/>
                    <a:pt x="531516" y="157076"/>
                  </a:cubicBezTo>
                  <a:cubicBezTo>
                    <a:pt x="539651" y="157076"/>
                    <a:pt x="559255" y="157076"/>
                    <a:pt x="577965" y="143318"/>
                  </a:cubicBezTo>
                  <a:lnTo>
                    <a:pt x="577965" y="123044"/>
                  </a:lnTo>
                  <a:cubicBezTo>
                    <a:pt x="562671" y="133911"/>
                    <a:pt x="552530" y="137668"/>
                    <a:pt x="539434" y="137668"/>
                  </a:cubicBezTo>
                  <a:cubicBezTo>
                    <a:pt x="518880" y="137668"/>
                    <a:pt x="506244" y="127045"/>
                    <a:pt x="505105" y="108880"/>
                  </a:cubicBezTo>
                  <a:lnTo>
                    <a:pt x="579754" y="108880"/>
                  </a:lnTo>
                  <a:cubicBezTo>
                    <a:pt x="581327" y="71010"/>
                    <a:pt x="556326" y="49548"/>
                    <a:pt x="526093" y="49548"/>
                  </a:cubicBezTo>
                  <a:close/>
                  <a:moveTo>
                    <a:pt x="505756" y="91662"/>
                  </a:moveTo>
                  <a:cubicBezTo>
                    <a:pt x="507112" y="77281"/>
                    <a:pt x="515464" y="68929"/>
                    <a:pt x="528343" y="68929"/>
                  </a:cubicBezTo>
                  <a:cubicBezTo>
                    <a:pt x="541223" y="68929"/>
                    <a:pt x="549575" y="77497"/>
                    <a:pt x="550903" y="91662"/>
                  </a:cubicBezTo>
                  <a:lnTo>
                    <a:pt x="505756" y="91662"/>
                  </a:lnTo>
                  <a:close/>
                  <a:moveTo>
                    <a:pt x="592390" y="155211"/>
                  </a:moveTo>
                  <a:lnTo>
                    <a:pt x="625064" y="155211"/>
                  </a:lnTo>
                  <a:lnTo>
                    <a:pt x="625064" y="51413"/>
                  </a:lnTo>
                  <a:lnTo>
                    <a:pt x="592390" y="51413"/>
                  </a:lnTo>
                  <a:lnTo>
                    <a:pt x="592390" y="155184"/>
                  </a:lnTo>
                  <a:close/>
                </a:path>
              </a:pathLst>
            </a:custGeom>
            <a:solidFill>
              <a:schemeClr val="bg1"/>
            </a:solidFill>
            <a:ln w="2699" cap="flat">
              <a:noFill/>
              <a:prstDash val="solid"/>
              <a:miter/>
            </a:ln>
          </p:spPr>
          <p:txBody>
            <a:bodyPr/>
            <a:lstStyle/>
            <a:p>
              <a:endParaRPr lang="en-US"/>
            </a:p>
          </p:txBody>
        </p:sp>
        <p:grpSp>
          <p:nvGrpSpPr>
            <p:cNvPr id="24" name="Picture 8">
              <a:extLst>
                <a:ext uri="{FF2B5EF4-FFF2-40B4-BE49-F238E27FC236}">
                  <a16:creationId xmlns:a16="http://schemas.microsoft.com/office/drawing/2014/main" id="{3080DBDC-C498-4DEA-C4FF-BC2BE6BBAD9A}"/>
                </a:ext>
                <a:ext uri="{C183D7F6-B498-43B3-948B-1728B52AA6E4}">
                  <adec:decorative xmlns:adec="http://schemas.microsoft.com/office/drawing/2017/decorative" val="1"/>
                </a:ext>
              </a:extLst>
            </p:cNvPr>
            <p:cNvGrpSpPr/>
            <p:nvPr/>
          </p:nvGrpSpPr>
          <p:grpSpPr>
            <a:xfrm>
              <a:off x="8667412" y="4878884"/>
              <a:ext cx="18194" cy="9514"/>
              <a:chOff x="8667412" y="4878884"/>
              <a:chExt cx="18194" cy="9514"/>
            </a:xfrm>
            <a:solidFill>
              <a:schemeClr val="bg1"/>
            </a:solidFill>
          </p:grpSpPr>
          <p:sp>
            <p:nvSpPr>
              <p:cNvPr id="25" name="Freeform 24">
                <a:extLst>
                  <a:ext uri="{FF2B5EF4-FFF2-40B4-BE49-F238E27FC236}">
                    <a16:creationId xmlns:a16="http://schemas.microsoft.com/office/drawing/2014/main" id="{FAF2DC0A-3C93-F404-BEDC-2757F4EA87B1}"/>
                  </a:ext>
                </a:extLst>
              </p:cNvPr>
              <p:cNvSpPr/>
              <p:nvPr/>
            </p:nvSpPr>
            <p:spPr>
              <a:xfrm>
                <a:off x="8667412" y="4878884"/>
                <a:ext cx="7971" cy="9514"/>
              </a:xfrm>
              <a:custGeom>
                <a:avLst/>
                <a:gdLst>
                  <a:gd name="csX0" fmla="*/ 7972 w 7971"/>
                  <a:gd name="csY0" fmla="*/ 1216 h 9514"/>
                  <a:gd name="csX1" fmla="*/ 4664 w 7971"/>
                  <a:gd name="csY1" fmla="*/ 1216 h 9514"/>
                  <a:gd name="csX2" fmla="*/ 4664 w 7971"/>
                  <a:gd name="csY2" fmla="*/ 9515 h 9514"/>
                  <a:gd name="csX3" fmla="*/ 3308 w 7971"/>
                  <a:gd name="csY3" fmla="*/ 9515 h 9514"/>
                  <a:gd name="csX4" fmla="*/ 3308 w 7971"/>
                  <a:gd name="csY4" fmla="*/ 1216 h 9514"/>
                  <a:gd name="csX5" fmla="*/ 0 w 7971"/>
                  <a:gd name="csY5" fmla="*/ 1216 h 9514"/>
                  <a:gd name="csX6" fmla="*/ 0 w 7971"/>
                  <a:gd name="csY6" fmla="*/ 0 h 9514"/>
                  <a:gd name="csX7" fmla="*/ 7972 w 7971"/>
                  <a:gd name="csY7" fmla="*/ 0 h 9514"/>
                  <a:gd name="csX8" fmla="*/ 7972 w 7971"/>
                  <a:gd name="csY8" fmla="*/ 1216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971" h="9514">
                    <a:moveTo>
                      <a:pt x="7972" y="1216"/>
                    </a:moveTo>
                    <a:lnTo>
                      <a:pt x="4664" y="1216"/>
                    </a:lnTo>
                    <a:lnTo>
                      <a:pt x="4664" y="9515"/>
                    </a:lnTo>
                    <a:lnTo>
                      <a:pt x="3308" y="9515"/>
                    </a:lnTo>
                    <a:lnTo>
                      <a:pt x="3308" y="1216"/>
                    </a:lnTo>
                    <a:lnTo>
                      <a:pt x="0" y="1216"/>
                    </a:lnTo>
                    <a:lnTo>
                      <a:pt x="0" y="0"/>
                    </a:lnTo>
                    <a:lnTo>
                      <a:pt x="7972" y="0"/>
                    </a:lnTo>
                    <a:lnTo>
                      <a:pt x="7972" y="1216"/>
                    </a:lnTo>
                    <a:close/>
                  </a:path>
                </a:pathLst>
              </a:custGeom>
              <a:solidFill>
                <a:schemeClr val="bg1"/>
              </a:solidFill>
              <a:ln w="2699" cap="flat">
                <a:noFill/>
                <a:prstDash val="solid"/>
                <a:miter/>
              </a:ln>
            </p:spPr>
            <p:txBody>
              <a:bodyPr/>
              <a:lstStyle/>
              <a:p>
                <a:endParaRPr lang="en-US"/>
              </a:p>
            </p:txBody>
          </p:sp>
          <p:sp>
            <p:nvSpPr>
              <p:cNvPr id="26" name="Freeform 25">
                <a:extLst>
                  <a:ext uri="{FF2B5EF4-FFF2-40B4-BE49-F238E27FC236}">
                    <a16:creationId xmlns:a16="http://schemas.microsoft.com/office/drawing/2014/main" id="{C81CB8BF-BE2D-29B4-DD1C-F0BEEBDB5955}"/>
                  </a:ext>
                </a:extLst>
              </p:cNvPr>
              <p:cNvSpPr/>
              <p:nvPr/>
            </p:nvSpPr>
            <p:spPr>
              <a:xfrm>
                <a:off x="8676685" y="4878884"/>
                <a:ext cx="8920" cy="9514"/>
              </a:xfrm>
              <a:custGeom>
                <a:avLst/>
                <a:gdLst>
                  <a:gd name="csX0" fmla="*/ 8867 w 8920"/>
                  <a:gd name="csY0" fmla="*/ 9515 h 9514"/>
                  <a:gd name="csX1" fmla="*/ 7484 w 8920"/>
                  <a:gd name="csY1" fmla="*/ 9515 h 9514"/>
                  <a:gd name="csX2" fmla="*/ 7484 w 8920"/>
                  <a:gd name="csY2" fmla="*/ 2108 h 9514"/>
                  <a:gd name="csX3" fmla="*/ 7457 w 8920"/>
                  <a:gd name="csY3" fmla="*/ 2108 h 9514"/>
                  <a:gd name="csX4" fmla="*/ 4528 w 8920"/>
                  <a:gd name="csY4" fmla="*/ 5785 h 9514"/>
                  <a:gd name="csX5" fmla="*/ 4311 w 8920"/>
                  <a:gd name="csY5" fmla="*/ 5785 h 9514"/>
                  <a:gd name="csX6" fmla="*/ 1383 w 8920"/>
                  <a:gd name="csY6" fmla="*/ 2108 h 9514"/>
                  <a:gd name="csX7" fmla="*/ 1383 w 8920"/>
                  <a:gd name="csY7" fmla="*/ 2108 h 9514"/>
                  <a:gd name="csX8" fmla="*/ 1383 w 8920"/>
                  <a:gd name="csY8" fmla="*/ 9515 h 9514"/>
                  <a:gd name="csX9" fmla="*/ 0 w 8920"/>
                  <a:gd name="csY9" fmla="*/ 9515 h 9514"/>
                  <a:gd name="csX10" fmla="*/ 0 w 8920"/>
                  <a:gd name="csY10" fmla="*/ 0 h 9514"/>
                  <a:gd name="csX11" fmla="*/ 1302 w 8920"/>
                  <a:gd name="csY11" fmla="*/ 0 h 9514"/>
                  <a:gd name="csX12" fmla="*/ 4474 w 8920"/>
                  <a:gd name="csY12" fmla="*/ 3919 h 9514"/>
                  <a:gd name="csX13" fmla="*/ 7647 w 8920"/>
                  <a:gd name="csY13" fmla="*/ 0 h 9514"/>
                  <a:gd name="csX14" fmla="*/ 8921 w 8920"/>
                  <a:gd name="csY14" fmla="*/ 0 h 9514"/>
                  <a:gd name="csX15" fmla="*/ 8921 w 8920"/>
                  <a:gd name="csY15" fmla="*/ 9515 h 9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0" h="9514">
                    <a:moveTo>
                      <a:pt x="8867" y="9515"/>
                    </a:moveTo>
                    <a:lnTo>
                      <a:pt x="7484" y="9515"/>
                    </a:lnTo>
                    <a:lnTo>
                      <a:pt x="7484" y="2108"/>
                    </a:lnTo>
                    <a:lnTo>
                      <a:pt x="7457" y="2108"/>
                    </a:lnTo>
                    <a:lnTo>
                      <a:pt x="4528" y="5785"/>
                    </a:lnTo>
                    <a:lnTo>
                      <a:pt x="4311" y="5785"/>
                    </a:lnTo>
                    <a:lnTo>
                      <a:pt x="1383" y="2108"/>
                    </a:lnTo>
                    <a:lnTo>
                      <a:pt x="1383" y="2108"/>
                    </a:lnTo>
                    <a:lnTo>
                      <a:pt x="1383" y="9515"/>
                    </a:lnTo>
                    <a:lnTo>
                      <a:pt x="0" y="9515"/>
                    </a:lnTo>
                    <a:lnTo>
                      <a:pt x="0" y="0"/>
                    </a:lnTo>
                    <a:lnTo>
                      <a:pt x="1302" y="0"/>
                    </a:lnTo>
                    <a:lnTo>
                      <a:pt x="4474" y="3919"/>
                    </a:lnTo>
                    <a:lnTo>
                      <a:pt x="7647" y="0"/>
                    </a:lnTo>
                    <a:lnTo>
                      <a:pt x="8921" y="0"/>
                    </a:lnTo>
                    <a:lnTo>
                      <a:pt x="8921" y="9515"/>
                    </a:lnTo>
                    <a:close/>
                  </a:path>
                </a:pathLst>
              </a:custGeom>
              <a:solidFill>
                <a:schemeClr val="bg1"/>
              </a:solidFill>
              <a:ln w="2699" cap="flat">
                <a:noFill/>
                <a:prstDash val="solid"/>
                <a:miter/>
              </a:ln>
            </p:spPr>
            <p:txBody>
              <a:bodyPr/>
              <a:lstStyle/>
              <a:p>
                <a:endParaRPr lang="en-US"/>
              </a:p>
            </p:txBody>
          </p:sp>
        </p:grpSp>
      </p:grpSp>
    </p:spTree>
    <p:extLst>
      <p:ext uri="{BB962C8B-B14F-4D97-AF65-F5344CB8AC3E}">
        <p14:creationId xmlns:p14="http://schemas.microsoft.com/office/powerpoint/2010/main" val="1719863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CEED-29A2-8347-8795-854ABA1FBC35}"/>
              </a:ext>
            </a:extLst>
          </p:cNvPr>
          <p:cNvSpPr>
            <a:spLocks noGrp="1"/>
          </p:cNvSpPr>
          <p:nvPr>
            <p:ph type="title"/>
          </p:nvPr>
        </p:nvSpPr>
        <p:spPr>
          <a:xfrm>
            <a:off x="457198" y="1875296"/>
            <a:ext cx="8208500" cy="1409510"/>
          </a:xfrm>
        </p:spPr>
        <p:txBody>
          <a:bodyPr/>
          <a:lstStyle/>
          <a:p>
            <a:r>
              <a:rPr lang="en-IN" dirty="0">
                <a:solidFill>
                  <a:schemeClr val="tx2"/>
                </a:solidFill>
              </a:rPr>
              <a:t>PS1- </a:t>
            </a:r>
            <a:r>
              <a:rPr lang="en-IN">
                <a:solidFill>
                  <a:schemeClr val="tx2"/>
                </a:solidFill>
              </a:rPr>
              <a:t>AI-Powered Runtime Copilot for Industrial HMI</a:t>
            </a:r>
          </a:p>
        </p:txBody>
      </p:sp>
      <p:sp>
        <p:nvSpPr>
          <p:cNvPr id="3" name="Footer Placeholder 2">
            <a:extLst>
              <a:ext uri="{FF2B5EF4-FFF2-40B4-BE49-F238E27FC236}">
                <a16:creationId xmlns:a16="http://schemas.microsoft.com/office/drawing/2014/main" id="{EB55EEBC-0730-7C5E-274F-9915C2855783}"/>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03C8B803-DFB5-7C2E-E88A-947C5A40DAB5}"/>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2</a:t>
            </a:fld>
            <a:endParaRPr lang="en-US"/>
          </a:p>
        </p:txBody>
      </p:sp>
    </p:spTree>
    <p:extLst>
      <p:ext uri="{BB962C8B-B14F-4D97-AF65-F5344CB8AC3E}">
        <p14:creationId xmlns:p14="http://schemas.microsoft.com/office/powerpoint/2010/main" val="424823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2BDB5-2240-362D-5D0C-00833918FDBA}"/>
              </a:ext>
            </a:extLst>
          </p:cNvPr>
          <p:cNvSpPr>
            <a:spLocks noGrp="1"/>
          </p:cNvSpPr>
          <p:nvPr>
            <p:ph type="title"/>
          </p:nvPr>
        </p:nvSpPr>
        <p:spPr/>
        <p:txBody>
          <a:bodyPr/>
          <a:lstStyle/>
          <a:p>
            <a:r>
              <a:rPr lang="en-IN"/>
              <a:t>Problem Statement</a:t>
            </a:r>
          </a:p>
        </p:txBody>
      </p:sp>
      <p:sp>
        <p:nvSpPr>
          <p:cNvPr id="3" name="Footer Placeholder 2">
            <a:extLst>
              <a:ext uri="{FF2B5EF4-FFF2-40B4-BE49-F238E27FC236}">
                <a16:creationId xmlns:a16="http://schemas.microsoft.com/office/drawing/2014/main" id="{87B03578-2DCE-2E6F-25D1-86EDCE00BD86}"/>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B4576AB0-E8DF-0038-ACC0-B3D8FA0A440E}"/>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3</a:t>
            </a:fld>
            <a:endParaRPr lang="en-US"/>
          </a:p>
        </p:txBody>
      </p:sp>
      <p:sp>
        <p:nvSpPr>
          <p:cNvPr id="5" name="TextBox 4">
            <a:extLst>
              <a:ext uri="{FF2B5EF4-FFF2-40B4-BE49-F238E27FC236}">
                <a16:creationId xmlns:a16="http://schemas.microsoft.com/office/drawing/2014/main" id="{0936EF83-DA1C-CDAE-A45D-BB5911AF9CBC}"/>
              </a:ext>
            </a:extLst>
          </p:cNvPr>
          <p:cNvSpPr txBox="1"/>
          <p:nvPr/>
        </p:nvSpPr>
        <p:spPr>
          <a:xfrm>
            <a:off x="485334" y="984738"/>
            <a:ext cx="8475785" cy="3272563"/>
          </a:xfrm>
          <a:prstGeom prst="rect">
            <a:avLst/>
          </a:prstGeom>
        </p:spPr>
        <p:txBody>
          <a:bodyPr vert="horz" wrap="square" lIns="0" tIns="0" rIns="0" bIns="0" rtlCol="0">
            <a:spAutoFit/>
          </a:bodyPr>
          <a:lstStyle/>
          <a:p>
            <a:pPr>
              <a:lnSpc>
                <a:spcPct val="150000"/>
              </a:lnSpc>
            </a:pPr>
            <a:r>
              <a:rPr lang="en-IN" sz="1300"/>
              <a:t>Industrial operators are increasingly challenged by excessive alarms and large volumes of operational data, making it difficult to quickly identify, interpret, and respond to critical events. This information overload leads to slower decision-making, increased downtime, and reduced operational efficiency. At the same time, new operators often lack the contextual knowledge needed to handle complex situations, while critical expertise remains dependent on undocumented knowledge held by experienced personnel. </a:t>
            </a:r>
          </a:p>
          <a:p>
            <a:pPr>
              <a:lnSpc>
                <a:spcPct val="150000"/>
              </a:lnSpc>
            </a:pPr>
            <a:r>
              <a:rPr lang="en-IN" sz="1300"/>
              <a:t>The absence of embedded, real-time guidance within existing operator workflows creates inconsistencies in alarm response and operational execution, impacting safety, compliance, and business performance. Organizations need an intelligent, workflow-integrated solution that delivers contextual insights and operational guidance to improve response times, reduce downtime, and drive measurable cost savings.</a:t>
            </a:r>
          </a:p>
        </p:txBody>
      </p:sp>
    </p:spTree>
    <p:extLst>
      <p:ext uri="{BB962C8B-B14F-4D97-AF65-F5344CB8AC3E}">
        <p14:creationId xmlns:p14="http://schemas.microsoft.com/office/powerpoint/2010/main" val="135413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BCB43-5C1A-5AB2-FE91-8A236197E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55EF8-44D0-D49F-448E-5709F68EA7B1}"/>
              </a:ext>
            </a:extLst>
          </p:cNvPr>
          <p:cNvSpPr>
            <a:spLocks noGrp="1"/>
          </p:cNvSpPr>
          <p:nvPr>
            <p:ph type="title"/>
          </p:nvPr>
        </p:nvSpPr>
        <p:spPr/>
        <p:txBody>
          <a:bodyPr/>
          <a:lstStyle/>
          <a:p>
            <a:r>
              <a:rPr lang="en-IN"/>
              <a:t>Use Cases and Benefits of solving this problem</a:t>
            </a:r>
          </a:p>
        </p:txBody>
      </p:sp>
      <p:sp>
        <p:nvSpPr>
          <p:cNvPr id="3" name="Footer Placeholder 2">
            <a:extLst>
              <a:ext uri="{FF2B5EF4-FFF2-40B4-BE49-F238E27FC236}">
                <a16:creationId xmlns:a16="http://schemas.microsoft.com/office/drawing/2014/main" id="{C7B98023-6DD2-F01B-E746-8D7069B5DA64}"/>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9280669C-B256-FA33-32EB-061B00ECE447}"/>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4</a:t>
            </a:fld>
            <a:endParaRPr lang="en-US"/>
          </a:p>
        </p:txBody>
      </p:sp>
      <p:sp>
        <p:nvSpPr>
          <p:cNvPr id="5" name="TextBox 4">
            <a:extLst>
              <a:ext uri="{FF2B5EF4-FFF2-40B4-BE49-F238E27FC236}">
                <a16:creationId xmlns:a16="http://schemas.microsoft.com/office/drawing/2014/main" id="{73E25B79-7DB0-374B-5893-B1C94A0C57BC}"/>
              </a:ext>
            </a:extLst>
          </p:cNvPr>
          <p:cNvSpPr txBox="1"/>
          <p:nvPr/>
        </p:nvSpPr>
        <p:spPr>
          <a:xfrm>
            <a:off x="527538" y="956603"/>
            <a:ext cx="7877908" cy="2527872"/>
          </a:xfrm>
          <a:prstGeom prst="rect">
            <a:avLst/>
          </a:prstGeom>
        </p:spPr>
        <p:txBody>
          <a:bodyPr vert="horz" wrap="square" lIns="0" tIns="0" rIns="0" bIns="0" rtlCol="0">
            <a:spAutoFit/>
          </a:bodyPr>
          <a:lstStyle/>
          <a:p>
            <a:pPr marL="285750" indent="-285750">
              <a:lnSpc>
                <a:spcPct val="200000"/>
              </a:lnSpc>
              <a:buFont typeface="Arial" panose="020B0604020202020204" pitchFamily="34" charset="0"/>
              <a:buChar char="•"/>
            </a:pPr>
            <a:r>
              <a:rPr lang="en-IN" sz="1400"/>
              <a:t>Alarm Explanation &amp; Contextual Guidance</a:t>
            </a:r>
          </a:p>
          <a:p>
            <a:pPr marL="285750" indent="-285750">
              <a:lnSpc>
                <a:spcPct val="200000"/>
              </a:lnSpc>
              <a:buFont typeface="Arial" panose="020B0604020202020204" pitchFamily="34" charset="0"/>
              <a:buChar char="•"/>
            </a:pPr>
            <a:r>
              <a:rPr lang="en-IN" sz="1400"/>
              <a:t>Root Cause Investigation</a:t>
            </a:r>
          </a:p>
          <a:p>
            <a:pPr marL="285750" indent="-285750">
              <a:lnSpc>
                <a:spcPct val="200000"/>
              </a:lnSpc>
              <a:buFont typeface="Arial" panose="020B0604020202020204" pitchFamily="34" charset="0"/>
              <a:buChar char="•"/>
            </a:pPr>
            <a:r>
              <a:rPr lang="en-IN" sz="1400"/>
              <a:t>Shift Handover Assistance</a:t>
            </a:r>
          </a:p>
          <a:p>
            <a:pPr marL="285750" indent="-285750">
              <a:lnSpc>
                <a:spcPct val="200000"/>
              </a:lnSpc>
              <a:buFont typeface="Arial" panose="020B0604020202020204" pitchFamily="34" charset="0"/>
              <a:buChar char="•"/>
            </a:pPr>
            <a:r>
              <a:rPr lang="en-IN" sz="1400"/>
              <a:t>Operational Decision Support</a:t>
            </a:r>
          </a:p>
          <a:p>
            <a:pPr marL="285750" indent="-285750">
              <a:lnSpc>
                <a:spcPct val="200000"/>
              </a:lnSpc>
              <a:buFont typeface="Arial" panose="020B0604020202020204" pitchFamily="34" charset="0"/>
              <a:buChar char="•"/>
            </a:pPr>
            <a:r>
              <a:rPr lang="en-IN" sz="1400"/>
              <a:t>Knowledge Retrieval &amp; Standard Operating Procedure Assistance</a:t>
            </a:r>
          </a:p>
          <a:p>
            <a:pPr marL="285750" indent="-285750">
              <a:lnSpc>
                <a:spcPct val="200000"/>
              </a:lnSpc>
              <a:buFont typeface="Arial" panose="020B0604020202020204" pitchFamily="34" charset="0"/>
              <a:buChar char="•"/>
            </a:pPr>
            <a:endParaRPr lang="en-IN" sz="1400"/>
          </a:p>
        </p:txBody>
      </p:sp>
      <p:sp>
        <p:nvSpPr>
          <p:cNvPr id="6" name="TextBox 5">
            <a:extLst>
              <a:ext uri="{FF2B5EF4-FFF2-40B4-BE49-F238E27FC236}">
                <a16:creationId xmlns:a16="http://schemas.microsoft.com/office/drawing/2014/main" id="{7814F09A-F341-F924-1AD6-ADB5F1F28CD5}"/>
              </a:ext>
            </a:extLst>
          </p:cNvPr>
          <p:cNvSpPr txBox="1"/>
          <p:nvPr/>
        </p:nvSpPr>
        <p:spPr>
          <a:xfrm>
            <a:off x="772134" y="3957187"/>
            <a:ext cx="7122124" cy="3847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100" b="1">
                <a:latin typeface="Segoe UI"/>
                <a:cs typeface="Segoe UI"/>
              </a:rPr>
              <a:t>Note : The AI solution must be optimized for deployment on low-end HMI hardware platforms as well.</a:t>
            </a:r>
          </a:p>
          <a:p>
            <a:endParaRPr lang="en-US" sz="1400">
              <a:cs typeface="Poppins"/>
            </a:endParaRPr>
          </a:p>
        </p:txBody>
      </p:sp>
    </p:spTree>
    <p:extLst>
      <p:ext uri="{BB962C8B-B14F-4D97-AF65-F5344CB8AC3E}">
        <p14:creationId xmlns:p14="http://schemas.microsoft.com/office/powerpoint/2010/main" val="2484346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9EAE1-4AF9-0203-FDD1-FE07F7C43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576A5-E1B5-F621-44C0-636834BA403D}"/>
              </a:ext>
            </a:extLst>
          </p:cNvPr>
          <p:cNvSpPr>
            <a:spLocks noGrp="1"/>
          </p:cNvSpPr>
          <p:nvPr>
            <p:ph type="title"/>
          </p:nvPr>
        </p:nvSpPr>
        <p:spPr/>
        <p:txBody>
          <a:bodyPr/>
          <a:lstStyle/>
          <a:p>
            <a:r>
              <a:rPr lang="en-IN"/>
              <a:t>Data Sources(References)</a:t>
            </a:r>
          </a:p>
        </p:txBody>
      </p:sp>
      <p:sp>
        <p:nvSpPr>
          <p:cNvPr id="3" name="Footer Placeholder 2">
            <a:extLst>
              <a:ext uri="{FF2B5EF4-FFF2-40B4-BE49-F238E27FC236}">
                <a16:creationId xmlns:a16="http://schemas.microsoft.com/office/drawing/2014/main" id="{1866CE9D-114E-2590-E737-E31DB4E0AED7}"/>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48F99DDD-CF68-26E1-DAB4-A9714C5AAF85}"/>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5</a:t>
            </a:fld>
            <a:endParaRPr lang="en-US"/>
          </a:p>
        </p:txBody>
      </p:sp>
      <p:sp>
        <p:nvSpPr>
          <p:cNvPr id="5" name="Content Placeholder 2">
            <a:extLst>
              <a:ext uri="{FF2B5EF4-FFF2-40B4-BE49-F238E27FC236}">
                <a16:creationId xmlns:a16="http://schemas.microsoft.com/office/drawing/2014/main" id="{B0393355-F9B6-C0D8-FEDC-5B6916A7191D}"/>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55557" y="898489"/>
            <a:ext cx="8432880" cy="3682922"/>
          </a:xfrm>
          <a:prstGeom prst="rect">
            <a:avLst/>
          </a:prstGeom>
        </p:spPr>
        <p:txBody>
          <a:bodyPr>
            <a:normAutofit fontScale="92500" lnSpcReduction="20000"/>
          </a:bodyPr>
          <a:lstStyle>
            <a:lvl1pPr marL="0" indent="0" algn="l" defTabSz="457184" rtl="0" eaLnBrk="1" latinLnBrk="0" hangingPunct="1">
              <a:lnSpc>
                <a:spcPts val="1900"/>
              </a:lnSpc>
              <a:spcBef>
                <a:spcPts val="500"/>
              </a:spcBef>
              <a:spcAft>
                <a:spcPts val="500"/>
              </a:spcAft>
              <a:buClr>
                <a:schemeClr val="bg2"/>
              </a:buClr>
              <a:buFont typeface="Arial" panose="020B0604020202020204" pitchFamily="34" charset="0"/>
              <a:buNone/>
              <a:defRPr sz="1400" b="0" kern="1200">
                <a:solidFill>
                  <a:schemeClr val="tx1"/>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0000"/>
              </a:lnSpc>
              <a:spcBef>
                <a:spcPts val="2500"/>
              </a:spcBef>
            </a:pPr>
            <a:r>
              <a:rPr lang="en-US" sz="1300" b="1"/>
              <a:t>Key Data Sources The Copilot Learns From:</a:t>
            </a:r>
          </a:p>
          <a:p>
            <a:pPr>
              <a:lnSpc>
                <a:spcPct val="120000"/>
              </a:lnSpc>
              <a:spcBef>
                <a:spcPts val="2500"/>
              </a:spcBef>
            </a:pPr>
            <a:r>
              <a:rPr lang="en-US" sz="1300" b="1"/>
              <a:t>Alarm Logs Data</a:t>
            </a:r>
          </a:p>
          <a:p>
            <a:pPr marL="0" lvl="1" indent="0">
              <a:lnSpc>
                <a:spcPct val="110000"/>
              </a:lnSpc>
              <a:buFont typeface="Arial" pitchFamily="34" charset="0"/>
              <a:buNone/>
            </a:pPr>
            <a:r>
              <a:rPr lang="en-US" sz="1300"/>
              <a:t>Alarm logs capture abnormal conditions and safety events with timestamps and priorities to identify recurring issues.</a:t>
            </a:r>
          </a:p>
          <a:p>
            <a:pPr marL="0" lvl="1" indent="0">
              <a:lnSpc>
                <a:spcPct val="110000"/>
              </a:lnSpc>
              <a:buFont typeface="Arial" pitchFamily="34" charset="0"/>
              <a:buNone/>
            </a:pPr>
            <a:r>
              <a:rPr lang="en-US" sz="1300" b="1"/>
              <a:t>Process Data Logs</a:t>
            </a:r>
          </a:p>
          <a:p>
            <a:pPr marL="0" lvl="1" indent="0">
              <a:lnSpc>
                <a:spcPct val="110000"/>
              </a:lnSpc>
              <a:buFont typeface="Arial" pitchFamily="34" charset="0"/>
              <a:buNone/>
            </a:pPr>
            <a:r>
              <a:rPr lang="en-US" sz="1300"/>
              <a:t>Process data logs record continuous values like temperature and pressure, providing operational context around events.</a:t>
            </a:r>
          </a:p>
          <a:p>
            <a:pPr marL="0" lvl="1" indent="0">
              <a:lnSpc>
                <a:spcPct val="110000"/>
              </a:lnSpc>
              <a:buFont typeface="Arial" pitchFamily="34" charset="0"/>
              <a:buNone/>
            </a:pPr>
            <a:r>
              <a:rPr lang="en-US" sz="1300" b="1"/>
              <a:t>Operator Action Logs</a:t>
            </a:r>
          </a:p>
          <a:p>
            <a:pPr marL="0" lvl="1" indent="0">
              <a:lnSpc>
                <a:spcPct val="110000"/>
              </a:lnSpc>
              <a:buFont typeface="Arial" pitchFamily="34" charset="0"/>
              <a:buNone/>
            </a:pPr>
            <a:r>
              <a:rPr lang="en-US" sz="1300"/>
              <a:t>Operator logs track user interactions such as setpoint changes and manual interventions for event reconstruction.</a:t>
            </a:r>
          </a:p>
          <a:p>
            <a:pPr marL="0" lvl="1" indent="0">
              <a:lnSpc>
                <a:spcPct val="110000"/>
              </a:lnSpc>
              <a:buFont typeface="Arial" pitchFamily="34" charset="0"/>
              <a:buNone/>
            </a:pPr>
            <a:r>
              <a:rPr lang="en-US" sz="1300" b="1"/>
              <a:t>Runtime Context</a:t>
            </a:r>
          </a:p>
          <a:p>
            <a:pPr marL="0" lvl="1" indent="0">
              <a:lnSpc>
                <a:spcPct val="110000"/>
              </a:lnSpc>
              <a:buFont typeface="Arial" pitchFamily="34" charset="0"/>
              <a:buNone/>
            </a:pPr>
            <a:r>
              <a:rPr lang="en-US" sz="1300"/>
              <a:t>Active screens, alarms, and operating modes provide real-time context to enhance Copilot response accuracy.</a:t>
            </a:r>
          </a:p>
        </p:txBody>
      </p:sp>
    </p:spTree>
    <p:extLst>
      <p:ext uri="{BB962C8B-B14F-4D97-AF65-F5344CB8AC3E}">
        <p14:creationId xmlns:p14="http://schemas.microsoft.com/office/powerpoint/2010/main" val="551397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08739-91A1-4383-1088-29C9DD0A5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4D075-F1FD-EBEB-F567-486080231514}"/>
              </a:ext>
            </a:extLst>
          </p:cNvPr>
          <p:cNvSpPr>
            <a:spLocks noGrp="1"/>
          </p:cNvSpPr>
          <p:nvPr>
            <p:ph type="title"/>
          </p:nvPr>
        </p:nvSpPr>
        <p:spPr>
          <a:xfrm>
            <a:off x="457198" y="1875296"/>
            <a:ext cx="8208500" cy="1409510"/>
          </a:xfrm>
        </p:spPr>
        <p:txBody>
          <a:bodyPr/>
          <a:lstStyle/>
          <a:p>
            <a:r>
              <a:rPr lang="en-IN" dirty="0">
                <a:solidFill>
                  <a:schemeClr val="tx2"/>
                </a:solidFill>
              </a:rPr>
              <a:t>PS2-Dynamic</a:t>
            </a:r>
            <a:r>
              <a:rPr lang="en-IN">
                <a:solidFill>
                  <a:schemeClr val="tx2"/>
                </a:solidFill>
              </a:rPr>
              <a:t> Screen at runtime for visualization &amp; control of machines via HMI</a:t>
            </a:r>
            <a:endParaRPr lang="en-US">
              <a:solidFill>
                <a:schemeClr val="tx2"/>
              </a:solidFill>
            </a:endParaRPr>
          </a:p>
        </p:txBody>
      </p:sp>
      <p:sp>
        <p:nvSpPr>
          <p:cNvPr id="3" name="Footer Placeholder 2">
            <a:extLst>
              <a:ext uri="{FF2B5EF4-FFF2-40B4-BE49-F238E27FC236}">
                <a16:creationId xmlns:a16="http://schemas.microsoft.com/office/drawing/2014/main" id="{3DBEEA9F-5F97-1E09-C8BA-D18F2BCEB01B}"/>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3247CBF5-EDAE-345A-37A5-E34759172486}"/>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6</a:t>
            </a:fld>
            <a:endParaRPr lang="en-US"/>
          </a:p>
        </p:txBody>
      </p:sp>
    </p:spTree>
    <p:extLst>
      <p:ext uri="{BB962C8B-B14F-4D97-AF65-F5344CB8AC3E}">
        <p14:creationId xmlns:p14="http://schemas.microsoft.com/office/powerpoint/2010/main" val="239812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6774D-B38E-466A-4947-7A63D99FA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E1856-F783-E6D4-89A7-07149D78F8AF}"/>
              </a:ext>
            </a:extLst>
          </p:cNvPr>
          <p:cNvSpPr>
            <a:spLocks noGrp="1"/>
          </p:cNvSpPr>
          <p:nvPr>
            <p:ph type="title"/>
          </p:nvPr>
        </p:nvSpPr>
        <p:spPr>
          <a:xfrm>
            <a:off x="457197" y="271124"/>
            <a:ext cx="8229601" cy="289230"/>
          </a:xfrm>
        </p:spPr>
        <p:txBody>
          <a:bodyPr/>
          <a:lstStyle/>
          <a:p>
            <a:r>
              <a:rPr lang="en-IN"/>
              <a:t>Problem Statement</a:t>
            </a:r>
          </a:p>
        </p:txBody>
      </p:sp>
      <p:sp>
        <p:nvSpPr>
          <p:cNvPr id="3" name="Footer Placeholder 2">
            <a:extLst>
              <a:ext uri="{FF2B5EF4-FFF2-40B4-BE49-F238E27FC236}">
                <a16:creationId xmlns:a16="http://schemas.microsoft.com/office/drawing/2014/main" id="{DB339061-BFEA-C3AC-F75C-CF85FD8313C6}"/>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446BBD75-9B36-8969-0B3B-D0B444ABB28A}"/>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7</a:t>
            </a:fld>
            <a:endParaRPr lang="en-US"/>
          </a:p>
        </p:txBody>
      </p:sp>
      <p:sp>
        <p:nvSpPr>
          <p:cNvPr id="6" name="TextBox 5">
            <a:extLst>
              <a:ext uri="{FF2B5EF4-FFF2-40B4-BE49-F238E27FC236}">
                <a16:creationId xmlns:a16="http://schemas.microsoft.com/office/drawing/2014/main" id="{22D8A1B1-BCFD-0C46-0CE0-6C1BE0600BBB}"/>
              </a:ext>
            </a:extLst>
          </p:cNvPr>
          <p:cNvSpPr txBox="1"/>
          <p:nvPr/>
        </p:nvSpPr>
        <p:spPr>
          <a:xfrm>
            <a:off x="458704" y="744454"/>
            <a:ext cx="8467223" cy="129266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400"/>
              <a:t>HMI engineering is heavily dependent on the manual creation and maintenance of screens, navigation, and visualization logic. As industrial systems evolve, engineers spend significant effort updating HMI assets to reflect changes in machine configurations, PLC tags, alarms, and process requirements. Approximately </a:t>
            </a:r>
            <a:r>
              <a:rPr lang="en-US" sz="1400" b="1"/>
              <a:t>50-70%</a:t>
            </a:r>
            <a:r>
              <a:rPr lang="en-US" sz="1400"/>
              <a:t> of the total HMI lifecycle effort is consumed by screen creation, maintenance, and enhancement activities, resulting in increased costs, longer delivery cycles, and reduced engineering efficiency.</a:t>
            </a:r>
            <a:endParaRPr lang="en-US" sz="1400">
              <a:cs typeface="Poppins"/>
            </a:endParaRPr>
          </a:p>
        </p:txBody>
      </p:sp>
      <p:sp>
        <p:nvSpPr>
          <p:cNvPr id="8" name="TextBox 7">
            <a:extLst>
              <a:ext uri="{FF2B5EF4-FFF2-40B4-BE49-F238E27FC236}">
                <a16:creationId xmlns:a16="http://schemas.microsoft.com/office/drawing/2014/main" id="{37C11DF3-0B42-77AE-B9DC-70DE05DCF865}"/>
              </a:ext>
            </a:extLst>
          </p:cNvPr>
          <p:cNvSpPr txBox="1"/>
          <p:nvPr/>
        </p:nvSpPr>
        <p:spPr>
          <a:xfrm>
            <a:off x="460678" y="2190573"/>
            <a:ext cx="3422183" cy="2308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500" b="1">
                <a:cs typeface="Poppins"/>
              </a:rPr>
              <a:t>Expectation:</a:t>
            </a:r>
          </a:p>
        </p:txBody>
      </p:sp>
      <p:sp>
        <p:nvSpPr>
          <p:cNvPr id="5" name="TextBox 4">
            <a:extLst>
              <a:ext uri="{FF2B5EF4-FFF2-40B4-BE49-F238E27FC236}">
                <a16:creationId xmlns:a16="http://schemas.microsoft.com/office/drawing/2014/main" id="{2278CDF8-F6EB-33EF-4A38-364F01C89012}"/>
              </a:ext>
            </a:extLst>
          </p:cNvPr>
          <p:cNvSpPr txBox="1"/>
          <p:nvPr/>
        </p:nvSpPr>
        <p:spPr>
          <a:xfrm>
            <a:off x="457200" y="2495550"/>
            <a:ext cx="8465820" cy="221599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200" b="1">
                <a:solidFill>
                  <a:srgbClr val="00B050"/>
                </a:solidFill>
                <a:cs typeface="Poppins"/>
              </a:rPr>
              <a:t>Machine Context Creation </a:t>
            </a:r>
            <a:r>
              <a:rPr lang="en-US" sz="1200"/>
              <a:t>– building a unified and standardized machine representation/context using engineering artifacts and configuration data such as PLC/Controller Tags, I/O Configuration, Asset Hierarchies, Alarm Definitions, and Communication Configurations, Machine Documentation etc.</a:t>
            </a:r>
          </a:p>
          <a:p>
            <a:endParaRPr lang="en-US" sz="1200" b="1">
              <a:cs typeface="Poppins"/>
            </a:endParaRPr>
          </a:p>
          <a:p>
            <a:r>
              <a:rPr lang="en-US" sz="1200" b="1">
                <a:solidFill>
                  <a:srgbClr val="00B050"/>
                </a:solidFill>
                <a:cs typeface="Poppins"/>
              </a:rPr>
              <a:t>Context Interpretation </a:t>
            </a:r>
            <a:r>
              <a:rPr lang="en-US" sz="1200"/>
              <a:t>– leverage AI and model-driven automation which in turn use this machine context to dynamically generate HMI screens &amp; optimize operator experiences at runtime reducing dependence on manual screen engineering and the need for predefined static screens at buildtime.</a:t>
            </a:r>
          </a:p>
          <a:p>
            <a:endParaRPr lang="en-US" sz="1200"/>
          </a:p>
          <a:p>
            <a:r>
              <a:rPr lang="en-US" sz="1200" b="1">
                <a:solidFill>
                  <a:srgbClr val="00B050"/>
                </a:solidFill>
                <a:cs typeface="Poppins"/>
              </a:rPr>
              <a:t>Dynamic Screen Generation </a:t>
            </a:r>
            <a:r>
              <a:rPr lang="en-US" sz="1200"/>
              <a:t>– generate machine specific screens based on prompts(text/speech) from the operator thereby reducing engineering effort and lifecycle costs while improving consistency, scalability, and project delivery speed across HMI applications. ​</a:t>
            </a:r>
            <a:endParaRPr lang="en-US" sz="1200">
              <a:cs typeface="Poppins"/>
            </a:endParaRPr>
          </a:p>
          <a:p>
            <a:pPr algn="l"/>
            <a:endParaRPr lang="en-US" sz="1200">
              <a:cs typeface="Poppins"/>
            </a:endParaRPr>
          </a:p>
        </p:txBody>
      </p:sp>
    </p:spTree>
    <p:extLst>
      <p:ext uri="{BB962C8B-B14F-4D97-AF65-F5344CB8AC3E}">
        <p14:creationId xmlns:p14="http://schemas.microsoft.com/office/powerpoint/2010/main" val="2984513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8832F-4E44-D24A-BECA-82A95CDFA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98DA4-F9DF-CC4E-2CB9-217C06E83F23}"/>
              </a:ext>
            </a:extLst>
          </p:cNvPr>
          <p:cNvSpPr>
            <a:spLocks noGrp="1"/>
          </p:cNvSpPr>
          <p:nvPr>
            <p:ph type="title"/>
          </p:nvPr>
        </p:nvSpPr>
        <p:spPr/>
        <p:txBody>
          <a:bodyPr/>
          <a:lstStyle/>
          <a:p>
            <a:r>
              <a:rPr lang="en-IN"/>
              <a:t>Use Cases and Benefits of solving this problem</a:t>
            </a:r>
          </a:p>
        </p:txBody>
      </p:sp>
      <p:sp>
        <p:nvSpPr>
          <p:cNvPr id="3" name="Footer Placeholder 2">
            <a:extLst>
              <a:ext uri="{FF2B5EF4-FFF2-40B4-BE49-F238E27FC236}">
                <a16:creationId xmlns:a16="http://schemas.microsoft.com/office/drawing/2014/main" id="{11A646E3-B4BA-D43F-539E-A6D83563EACD}"/>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F9D06802-FD6B-0897-F6C1-2BFBD4D710B3}"/>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8</a:t>
            </a:fld>
            <a:endParaRPr lang="en-US"/>
          </a:p>
        </p:txBody>
      </p:sp>
      <p:sp>
        <p:nvSpPr>
          <p:cNvPr id="6" name="TextBox 5">
            <a:extLst>
              <a:ext uri="{FF2B5EF4-FFF2-40B4-BE49-F238E27FC236}">
                <a16:creationId xmlns:a16="http://schemas.microsoft.com/office/drawing/2014/main" id="{F57813FD-9C9C-6C88-EE95-951E6E3F534E}"/>
              </a:ext>
            </a:extLst>
          </p:cNvPr>
          <p:cNvSpPr txBox="1"/>
          <p:nvPr/>
        </p:nvSpPr>
        <p:spPr>
          <a:xfrm>
            <a:off x="632947" y="1110655"/>
            <a:ext cx="5479366" cy="2166747"/>
          </a:xfrm>
          <a:prstGeom prst="rect">
            <a:avLst/>
          </a:prstGeom>
        </p:spPr>
        <p:txBody>
          <a:bodyPr vert="horz" wrap="square" lIns="0" tIns="0" rIns="0" bIns="0" rtlCol="0" anchor="t">
            <a:spAutoFit/>
          </a:bodyPr>
          <a:lstStyle/>
          <a:p>
            <a:pPr marL="285750" indent="-285750">
              <a:lnSpc>
                <a:spcPct val="200000"/>
              </a:lnSpc>
              <a:buFont typeface="Arial" panose="020B0604020202020204" pitchFamily="34" charset="0"/>
              <a:buChar char="•"/>
            </a:pPr>
            <a:r>
              <a:rPr lang="en-IN" sz="1200"/>
              <a:t>No predesigned screens</a:t>
            </a:r>
            <a:endParaRPr lang="en-IN" sz="1200">
              <a:cs typeface="Poppins"/>
            </a:endParaRPr>
          </a:p>
          <a:p>
            <a:pPr marL="285750" indent="-285750">
              <a:lnSpc>
                <a:spcPct val="200000"/>
              </a:lnSpc>
              <a:buFont typeface="Arial" panose="020B0604020202020204" pitchFamily="34" charset="0"/>
              <a:buChar char="•"/>
            </a:pPr>
            <a:r>
              <a:rPr lang="en-IN" sz="1200">
                <a:cs typeface="Poppins"/>
              </a:rPr>
              <a:t>Screens independent of the size of HMI</a:t>
            </a:r>
          </a:p>
          <a:p>
            <a:pPr marL="285750" indent="-285750">
              <a:lnSpc>
                <a:spcPct val="200000"/>
              </a:lnSpc>
              <a:buFont typeface="Arial" panose="020B0604020202020204" pitchFamily="34" charset="0"/>
              <a:buChar char="•"/>
            </a:pPr>
            <a:r>
              <a:rPr lang="en-IN" sz="1200"/>
              <a:t>Automatic adaptation for Machine changes</a:t>
            </a:r>
          </a:p>
          <a:p>
            <a:pPr marL="285750" indent="-285750">
              <a:lnSpc>
                <a:spcPct val="200000"/>
              </a:lnSpc>
              <a:buFont typeface="Arial" panose="020B0604020202020204" pitchFamily="34" charset="0"/>
              <a:buChar char="•"/>
            </a:pPr>
            <a:r>
              <a:rPr lang="en-IN" sz="1200"/>
              <a:t>Machine-specific operator experience</a:t>
            </a:r>
            <a:endParaRPr lang="en-IN" sz="1200">
              <a:cs typeface="Poppins"/>
            </a:endParaRPr>
          </a:p>
          <a:p>
            <a:pPr marL="285750" indent="-285750">
              <a:lnSpc>
                <a:spcPct val="200000"/>
              </a:lnSpc>
              <a:buFont typeface="Arial" panose="020B0604020202020204" pitchFamily="34" charset="0"/>
              <a:buChar char="•"/>
            </a:pPr>
            <a:r>
              <a:rPr lang="en-IN" sz="1200"/>
              <a:t>Reduced engineering effort</a:t>
            </a:r>
            <a:endParaRPr lang="en-IN" sz="1200">
              <a:cs typeface="Poppins"/>
            </a:endParaRPr>
          </a:p>
          <a:p>
            <a:pPr marL="285750" indent="-285750">
              <a:lnSpc>
                <a:spcPct val="200000"/>
              </a:lnSpc>
              <a:buFont typeface="Arial" panose="020B0604020202020204" pitchFamily="34" charset="0"/>
              <a:buChar char="•"/>
            </a:pPr>
            <a:r>
              <a:rPr lang="en-IN" sz="1200"/>
              <a:t>Faster commissioning</a:t>
            </a:r>
            <a:endParaRPr lang="en-IN" sz="1200">
              <a:cs typeface="Poppins"/>
            </a:endParaRPr>
          </a:p>
        </p:txBody>
      </p:sp>
    </p:spTree>
    <p:extLst>
      <p:ext uri="{BB962C8B-B14F-4D97-AF65-F5344CB8AC3E}">
        <p14:creationId xmlns:p14="http://schemas.microsoft.com/office/powerpoint/2010/main" val="104373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5CC9A-1E34-027D-F18E-A265D4E83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1C354-FE35-B393-4BF0-8583644B67B9}"/>
              </a:ext>
            </a:extLst>
          </p:cNvPr>
          <p:cNvSpPr>
            <a:spLocks noGrp="1"/>
          </p:cNvSpPr>
          <p:nvPr>
            <p:ph type="title"/>
          </p:nvPr>
        </p:nvSpPr>
        <p:spPr/>
        <p:txBody>
          <a:bodyPr/>
          <a:lstStyle/>
          <a:p>
            <a:r>
              <a:rPr lang="en-IN"/>
              <a:t>Data Sources(References)</a:t>
            </a:r>
          </a:p>
        </p:txBody>
      </p:sp>
      <p:sp>
        <p:nvSpPr>
          <p:cNvPr id="3" name="Footer Placeholder 2">
            <a:extLst>
              <a:ext uri="{FF2B5EF4-FFF2-40B4-BE49-F238E27FC236}">
                <a16:creationId xmlns:a16="http://schemas.microsoft.com/office/drawing/2014/main" id="{5A18C13E-A359-19EC-FAAF-822DB502B1DE}"/>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E78B30BD-061B-C1CF-77CA-459F9EAFB6CB}"/>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9</a:t>
            </a:fld>
            <a:endParaRPr lang="en-US"/>
          </a:p>
        </p:txBody>
      </p:sp>
      <p:sp>
        <p:nvSpPr>
          <p:cNvPr id="5" name="Content Placeholder 2">
            <a:extLst>
              <a:ext uri="{FF2B5EF4-FFF2-40B4-BE49-F238E27FC236}">
                <a16:creationId xmlns:a16="http://schemas.microsoft.com/office/drawing/2014/main" id="{6BA1BB31-0571-E154-39D3-64BE58D112FE}"/>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197" y="866292"/>
            <a:ext cx="8432880" cy="3682922"/>
          </a:xfrm>
          <a:prstGeom prst="rect">
            <a:avLst/>
          </a:prstGeom>
        </p:spPr>
        <p:txBody>
          <a:bodyPr lIns="91440" tIns="45720" rIns="91440" bIns="45720" anchor="t">
            <a:normAutofit/>
          </a:bodyPr>
          <a:lstStyle>
            <a:lvl1pPr marL="0" indent="0" algn="l" defTabSz="457184" rtl="0" eaLnBrk="1" latinLnBrk="0" hangingPunct="1">
              <a:lnSpc>
                <a:spcPts val="1900"/>
              </a:lnSpc>
              <a:spcBef>
                <a:spcPts val="500"/>
              </a:spcBef>
              <a:spcAft>
                <a:spcPts val="500"/>
              </a:spcAft>
              <a:buClr>
                <a:schemeClr val="bg2"/>
              </a:buClr>
              <a:buFont typeface="Arial" panose="020B0604020202020204" pitchFamily="34" charset="0"/>
              <a:buNone/>
              <a:defRPr sz="1400" b="0" kern="1200">
                <a:solidFill>
                  <a:schemeClr val="tx1"/>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0000"/>
              </a:lnSpc>
              <a:spcBef>
                <a:spcPts val="2500"/>
              </a:spcBef>
            </a:pPr>
            <a:endParaRPr lang="en-US" sz="1300"/>
          </a:p>
        </p:txBody>
      </p:sp>
      <p:sp>
        <p:nvSpPr>
          <p:cNvPr id="7" name="TextBox 6">
            <a:extLst>
              <a:ext uri="{FF2B5EF4-FFF2-40B4-BE49-F238E27FC236}">
                <a16:creationId xmlns:a16="http://schemas.microsoft.com/office/drawing/2014/main" id="{C3DDD4F8-378E-D487-B352-35EDAF5653AC}"/>
              </a:ext>
            </a:extLst>
          </p:cNvPr>
          <p:cNvSpPr txBox="1"/>
          <p:nvPr/>
        </p:nvSpPr>
        <p:spPr>
          <a:xfrm>
            <a:off x="360607" y="824602"/>
            <a:ext cx="4456092" cy="1646605"/>
          </a:xfrm>
          <a:prstGeom prst="rect">
            <a:avLst/>
          </a:prstGeom>
          <a:noFill/>
        </p:spPr>
        <p:txBody>
          <a:bodyPr wrap="square">
            <a:spAutoFit/>
          </a:bodyPr>
          <a:lstStyle/>
          <a:p>
            <a:r>
              <a:rPr lang="en-IN" sz="1100" b="1" u="sng">
                <a:solidFill>
                  <a:srgbClr val="00B050"/>
                </a:solidFill>
                <a:cs typeface="Poppins"/>
              </a:rPr>
              <a:t>PLC/Controller Tags</a:t>
            </a:r>
          </a:p>
          <a:p>
            <a:r>
              <a:rPr lang="en-IN" sz="1000"/>
              <a:t>Variables exposed by PLCs and controllers that represent machine states, commands, measurements, and setpoints.</a:t>
            </a:r>
          </a:p>
          <a:p>
            <a:r>
              <a:rPr lang="en-IN" sz="1000"/>
              <a:t>Examples:</a:t>
            </a:r>
          </a:p>
          <a:p>
            <a:r>
              <a:rPr lang="en-IN" sz="1000"/>
              <a:t>Motor_1_RunStatus</a:t>
            </a:r>
          </a:p>
          <a:p>
            <a:r>
              <a:rPr lang="en-IN" sz="1000" err="1"/>
              <a:t>Tank_Level</a:t>
            </a:r>
            <a:endParaRPr lang="en-IN" sz="1000"/>
          </a:p>
          <a:p>
            <a:r>
              <a:rPr lang="en-IN" sz="1000" err="1"/>
              <a:t>Temperature_PV</a:t>
            </a:r>
            <a:endParaRPr lang="en-IN" sz="1000"/>
          </a:p>
          <a:p>
            <a:r>
              <a:rPr lang="en-IN" sz="1000" err="1"/>
              <a:t>Conveyor_Speed_SP</a:t>
            </a:r>
            <a:endParaRPr lang="en-IN" sz="1000"/>
          </a:p>
          <a:p>
            <a:r>
              <a:rPr lang="en-IN" sz="1000" b="1"/>
              <a:t>=&gt; Used by HMI screens to display real-time values, animations, controls, and trends.</a:t>
            </a:r>
          </a:p>
        </p:txBody>
      </p:sp>
      <p:sp>
        <p:nvSpPr>
          <p:cNvPr id="11" name="TextBox 10">
            <a:extLst>
              <a:ext uri="{FF2B5EF4-FFF2-40B4-BE49-F238E27FC236}">
                <a16:creationId xmlns:a16="http://schemas.microsoft.com/office/drawing/2014/main" id="{5972322C-125D-D425-F440-FFD555E550B5}"/>
              </a:ext>
            </a:extLst>
          </p:cNvPr>
          <p:cNvSpPr txBox="1"/>
          <p:nvPr/>
        </p:nvSpPr>
        <p:spPr>
          <a:xfrm>
            <a:off x="4997001" y="824602"/>
            <a:ext cx="4346621" cy="1800493"/>
          </a:xfrm>
          <a:prstGeom prst="rect">
            <a:avLst/>
          </a:prstGeom>
          <a:noFill/>
        </p:spPr>
        <p:txBody>
          <a:bodyPr wrap="square">
            <a:spAutoFit/>
          </a:bodyPr>
          <a:lstStyle/>
          <a:p>
            <a:r>
              <a:rPr lang="en-IN" sz="1100" b="1" u="sng">
                <a:solidFill>
                  <a:srgbClr val="00B050"/>
                </a:solidFill>
              </a:rPr>
              <a:t>I/O Configuration</a:t>
            </a:r>
          </a:p>
          <a:p>
            <a:r>
              <a:rPr lang="en-IN" sz="1000"/>
              <a:t>Definition of the machine's physical inputs and outputs connected to the controller.</a:t>
            </a:r>
          </a:p>
          <a:p>
            <a:r>
              <a:rPr lang="en-IN" sz="1000"/>
              <a:t>Examples:</a:t>
            </a:r>
          </a:p>
          <a:p>
            <a:r>
              <a:rPr lang="en-IN" sz="1000"/>
              <a:t>Digital Input: Emergency Stop, Door Switch</a:t>
            </a:r>
          </a:p>
          <a:p>
            <a:r>
              <a:rPr lang="en-IN" sz="1000"/>
              <a:t>Digital Output: Motor Start, Alarm Horn</a:t>
            </a:r>
          </a:p>
          <a:p>
            <a:r>
              <a:rPr lang="en-IN" sz="1000"/>
              <a:t>Analog Input: Pressure Sensor, Temperature Sensor</a:t>
            </a:r>
          </a:p>
          <a:p>
            <a:r>
              <a:rPr lang="en-IN" sz="1000"/>
              <a:t>Analog Output: Speed Reference, Valve Position</a:t>
            </a:r>
          </a:p>
          <a:p>
            <a:r>
              <a:rPr lang="en-IN" sz="1000" b="1"/>
              <a:t>=&gt;Helps AI understand available sensors, actuators, and control points for screen generation.</a:t>
            </a:r>
          </a:p>
          <a:p>
            <a:r>
              <a:rPr lang="en-IN" sz="1000" b="1"/>
              <a:t>Asset Hierarchies</a:t>
            </a:r>
          </a:p>
        </p:txBody>
      </p:sp>
      <p:sp>
        <p:nvSpPr>
          <p:cNvPr id="13" name="TextBox 12">
            <a:extLst>
              <a:ext uri="{FF2B5EF4-FFF2-40B4-BE49-F238E27FC236}">
                <a16:creationId xmlns:a16="http://schemas.microsoft.com/office/drawing/2014/main" id="{7B4503DB-410F-B1BE-68EA-FD8E14C3C732}"/>
              </a:ext>
            </a:extLst>
          </p:cNvPr>
          <p:cNvSpPr txBox="1"/>
          <p:nvPr/>
        </p:nvSpPr>
        <p:spPr>
          <a:xfrm>
            <a:off x="368623" y="2872841"/>
            <a:ext cx="4681470" cy="1492716"/>
          </a:xfrm>
          <a:prstGeom prst="rect">
            <a:avLst/>
          </a:prstGeom>
          <a:noFill/>
        </p:spPr>
        <p:txBody>
          <a:bodyPr wrap="square">
            <a:spAutoFit/>
          </a:bodyPr>
          <a:lstStyle/>
          <a:p>
            <a:r>
              <a:rPr lang="en-IN" sz="1100" b="1" u="sng">
                <a:solidFill>
                  <a:srgbClr val="00B050"/>
                </a:solidFill>
              </a:rPr>
              <a:t>Alarm Definitions</a:t>
            </a:r>
          </a:p>
          <a:p>
            <a:r>
              <a:rPr lang="en-IN" sz="1000"/>
              <a:t>Repository of alarm conditions, priorities, and messages associated with machine assets.</a:t>
            </a:r>
          </a:p>
          <a:p>
            <a:r>
              <a:rPr lang="en-IN" sz="1000"/>
              <a:t>Examples:</a:t>
            </a:r>
          </a:p>
          <a:p>
            <a:r>
              <a:rPr lang="en-IN" sz="1000"/>
              <a:t>High Temperature (Critical)</a:t>
            </a:r>
          </a:p>
          <a:p>
            <a:r>
              <a:rPr lang="en-IN" sz="1000"/>
              <a:t>Low Pressure (Warning)</a:t>
            </a:r>
          </a:p>
          <a:p>
            <a:r>
              <a:rPr lang="en-IN" sz="1000"/>
              <a:t>Motor Trip (High)</a:t>
            </a:r>
          </a:p>
          <a:p>
            <a:r>
              <a:rPr lang="en-IN" sz="1000" b="1"/>
              <a:t>=&gt;Enables automatic generation of alarm summaries, alarm banners, and diagnostic views.</a:t>
            </a:r>
          </a:p>
        </p:txBody>
      </p:sp>
      <p:sp>
        <p:nvSpPr>
          <p:cNvPr id="15" name="TextBox 14">
            <a:extLst>
              <a:ext uri="{FF2B5EF4-FFF2-40B4-BE49-F238E27FC236}">
                <a16:creationId xmlns:a16="http://schemas.microsoft.com/office/drawing/2014/main" id="{9DCB51A5-F6E7-F0B0-D812-0E57103D454F}"/>
              </a:ext>
            </a:extLst>
          </p:cNvPr>
          <p:cNvSpPr txBox="1"/>
          <p:nvPr/>
        </p:nvSpPr>
        <p:spPr>
          <a:xfrm>
            <a:off x="4977681" y="2872841"/>
            <a:ext cx="3912396" cy="1492716"/>
          </a:xfrm>
          <a:prstGeom prst="rect">
            <a:avLst/>
          </a:prstGeom>
          <a:noFill/>
        </p:spPr>
        <p:txBody>
          <a:bodyPr wrap="square">
            <a:spAutoFit/>
          </a:bodyPr>
          <a:lstStyle/>
          <a:p>
            <a:r>
              <a:rPr lang="en-IN" sz="1100" b="1" u="sng">
                <a:solidFill>
                  <a:srgbClr val="00B050"/>
                </a:solidFill>
              </a:rPr>
              <a:t>Communication Configurations</a:t>
            </a:r>
          </a:p>
          <a:p>
            <a:r>
              <a:rPr lang="en-IN" sz="1000"/>
              <a:t>Defines how devices communicate within the automation system.</a:t>
            </a:r>
          </a:p>
          <a:p>
            <a:r>
              <a:rPr lang="en-IN" sz="1000"/>
              <a:t>Examples:</a:t>
            </a:r>
          </a:p>
          <a:p>
            <a:r>
              <a:rPr lang="en-IN" sz="1000"/>
              <a:t>PLC1 → Modbus TCP → 10.10.1.20</a:t>
            </a:r>
          </a:p>
          <a:p>
            <a:r>
              <a:rPr lang="en-IN" sz="1000"/>
              <a:t>VFD1 → </a:t>
            </a:r>
            <a:r>
              <a:rPr lang="en-IN" sz="1000" err="1"/>
              <a:t>EtherNet</a:t>
            </a:r>
            <a:r>
              <a:rPr lang="en-IN" sz="1000"/>
              <a:t>/IP → 10.10.1.30</a:t>
            </a:r>
          </a:p>
          <a:p>
            <a:r>
              <a:rPr lang="en-IN" sz="1000"/>
              <a:t>SCADA → OPC UA Server</a:t>
            </a:r>
          </a:p>
          <a:p>
            <a:r>
              <a:rPr lang="en-IN" sz="1000" b="1"/>
              <a:t>=&gt;Helps generate communication diagnostics and device health monitoring screens.</a:t>
            </a:r>
          </a:p>
        </p:txBody>
      </p:sp>
    </p:spTree>
    <p:extLst>
      <p:ext uri="{BB962C8B-B14F-4D97-AF65-F5344CB8AC3E}">
        <p14:creationId xmlns:p14="http://schemas.microsoft.com/office/powerpoint/2010/main" val="2648017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0F9FC-07F3-8FF2-68F0-71635500C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5C069-09AE-9FA1-3592-6FBBAFE24673}"/>
              </a:ext>
            </a:extLst>
          </p:cNvPr>
          <p:cNvSpPr>
            <a:spLocks noGrp="1"/>
          </p:cNvSpPr>
          <p:nvPr>
            <p:ph type="title"/>
          </p:nvPr>
        </p:nvSpPr>
        <p:spPr/>
        <p:txBody>
          <a:bodyPr/>
          <a:lstStyle/>
          <a:p>
            <a:r>
              <a:rPr lang="en-IN"/>
              <a:t>Data Sources(References)</a:t>
            </a:r>
          </a:p>
        </p:txBody>
      </p:sp>
      <p:sp>
        <p:nvSpPr>
          <p:cNvPr id="3" name="Footer Placeholder 2">
            <a:extLst>
              <a:ext uri="{FF2B5EF4-FFF2-40B4-BE49-F238E27FC236}">
                <a16:creationId xmlns:a16="http://schemas.microsoft.com/office/drawing/2014/main" id="{65AE7A9B-779D-68E4-86A2-C622D93986A6}"/>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2E47BD2D-7E81-16FD-62E3-FA6349D492CC}"/>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10</a:t>
            </a:fld>
            <a:endParaRPr lang="en-US"/>
          </a:p>
        </p:txBody>
      </p:sp>
      <p:sp>
        <p:nvSpPr>
          <p:cNvPr id="8" name="TextBox 7">
            <a:extLst>
              <a:ext uri="{FF2B5EF4-FFF2-40B4-BE49-F238E27FC236}">
                <a16:creationId xmlns:a16="http://schemas.microsoft.com/office/drawing/2014/main" id="{86B57E95-1117-8CCA-871A-D5E22A19173C}"/>
              </a:ext>
            </a:extLst>
          </p:cNvPr>
          <p:cNvSpPr txBox="1"/>
          <p:nvPr/>
        </p:nvSpPr>
        <p:spPr>
          <a:xfrm>
            <a:off x="423358" y="866292"/>
            <a:ext cx="4145857" cy="3631763"/>
          </a:xfrm>
          <a:prstGeom prst="rect">
            <a:avLst/>
          </a:prstGeom>
          <a:noFill/>
        </p:spPr>
        <p:txBody>
          <a:bodyPr wrap="square">
            <a:spAutoFit/>
          </a:bodyPr>
          <a:lstStyle/>
          <a:p>
            <a:r>
              <a:rPr lang="en-IN" sz="1100" b="1" u="sng">
                <a:solidFill>
                  <a:srgbClr val="00B050"/>
                </a:solidFill>
              </a:rPr>
              <a:t>Asset Hierarchies</a:t>
            </a:r>
          </a:p>
          <a:p>
            <a:r>
              <a:rPr lang="en-IN" sz="1000"/>
              <a:t>Logical structure of the plant and equipment based on ISA-95 or similar models.</a:t>
            </a:r>
          </a:p>
          <a:p>
            <a:r>
              <a:rPr lang="en-IN" sz="1000"/>
              <a:t>Example:</a:t>
            </a:r>
          </a:p>
          <a:p>
            <a:r>
              <a:rPr lang="en-IN" sz="1000"/>
              <a:t>Plain Text</a:t>
            </a:r>
          </a:p>
          <a:p>
            <a:r>
              <a:rPr lang="en-IN" sz="1000"/>
              <a:t>1</a:t>
            </a:r>
          </a:p>
          <a:p>
            <a:r>
              <a:rPr lang="en-IN" sz="1000"/>
              <a:t>Plant</a:t>
            </a:r>
          </a:p>
          <a:p>
            <a:r>
              <a:rPr lang="en-IN" sz="1000"/>
              <a:t>2</a:t>
            </a:r>
          </a:p>
          <a:p>
            <a:r>
              <a:rPr lang="en-IN" sz="1000"/>
              <a:t>├─ Line 1</a:t>
            </a:r>
          </a:p>
          <a:p>
            <a:r>
              <a:rPr lang="en-IN" sz="1000"/>
              <a:t>3</a:t>
            </a:r>
          </a:p>
          <a:p>
            <a:r>
              <a:rPr lang="en-IN" sz="1000"/>
              <a:t>│ ├─ Conveyor A</a:t>
            </a:r>
          </a:p>
          <a:p>
            <a:r>
              <a:rPr lang="en-IN" sz="1000"/>
              <a:t>4</a:t>
            </a:r>
          </a:p>
          <a:p>
            <a:r>
              <a:rPr lang="en-IN" sz="1000"/>
              <a:t>│ ├─ Robot 1</a:t>
            </a:r>
          </a:p>
          <a:p>
            <a:r>
              <a:rPr lang="en-IN" sz="1000"/>
              <a:t>5</a:t>
            </a:r>
          </a:p>
          <a:p>
            <a:r>
              <a:rPr lang="en-IN" sz="1000"/>
              <a:t>│ └─ Packaging Unit</a:t>
            </a:r>
          </a:p>
          <a:p>
            <a:r>
              <a:rPr lang="en-IN" sz="1000"/>
              <a:t>6</a:t>
            </a:r>
          </a:p>
          <a:p>
            <a:r>
              <a:rPr lang="en-IN" sz="1000"/>
              <a:t>└─ Utilities</a:t>
            </a:r>
          </a:p>
          <a:p>
            <a:r>
              <a:rPr lang="en-IN" sz="1000"/>
              <a:t>7</a:t>
            </a:r>
          </a:p>
          <a:p>
            <a:r>
              <a:rPr lang="en-IN" sz="1000"/>
              <a:t>├─ Chiller</a:t>
            </a:r>
          </a:p>
          <a:p>
            <a:r>
              <a:rPr lang="en-IN" sz="1000"/>
              <a:t>8</a:t>
            </a:r>
          </a:p>
          <a:p>
            <a:r>
              <a:rPr lang="en-IN" sz="1000"/>
              <a:t>└─ Compressor</a:t>
            </a:r>
          </a:p>
          <a:p>
            <a:r>
              <a:rPr lang="en-IN" sz="1000" b="1"/>
              <a:t>=&gt;Used to automatically create navigation menus, overview pages, and drill-down screens.</a:t>
            </a:r>
          </a:p>
        </p:txBody>
      </p:sp>
      <p:sp>
        <p:nvSpPr>
          <p:cNvPr id="10" name="TextBox 9">
            <a:extLst>
              <a:ext uri="{FF2B5EF4-FFF2-40B4-BE49-F238E27FC236}">
                <a16:creationId xmlns:a16="http://schemas.microsoft.com/office/drawing/2014/main" id="{C9471B60-B01D-9F44-3D9D-D41BAF72473E}"/>
              </a:ext>
            </a:extLst>
          </p:cNvPr>
          <p:cNvSpPr txBox="1"/>
          <p:nvPr/>
        </p:nvSpPr>
        <p:spPr>
          <a:xfrm>
            <a:off x="4681480" y="1278843"/>
            <a:ext cx="4320862" cy="2800767"/>
          </a:xfrm>
          <a:prstGeom prst="rect">
            <a:avLst/>
          </a:prstGeom>
          <a:noFill/>
          <a:ln w="12700">
            <a:solidFill>
              <a:schemeClr val="bg2"/>
            </a:solidFill>
          </a:ln>
        </p:spPr>
        <p:txBody>
          <a:bodyPr wrap="square">
            <a:spAutoFit/>
          </a:bodyPr>
          <a:lstStyle/>
          <a:p>
            <a:r>
              <a:rPr lang="en-IN" b="1" u="sng">
                <a:solidFill>
                  <a:schemeClr val="accent6"/>
                </a:solidFill>
              </a:rPr>
              <a:t>How AI Uses This Context</a:t>
            </a:r>
          </a:p>
          <a:p>
            <a:endParaRPr lang="en-IN"/>
          </a:p>
          <a:p>
            <a:r>
              <a:rPr lang="en-IN" sz="1400"/>
              <a:t>AI can combine all these inputs to understand:</a:t>
            </a:r>
          </a:p>
          <a:p>
            <a:endParaRPr lang="en-IN" sz="1400"/>
          </a:p>
          <a:p>
            <a:pPr marL="285750" indent="-285750">
              <a:buFont typeface="Arial" panose="020B0604020202020204" pitchFamily="34" charset="0"/>
              <a:buChar char="•"/>
            </a:pPr>
            <a:r>
              <a:rPr lang="en-IN" sz="1400"/>
              <a:t>What equipment exists (Asset Hierarchy)</a:t>
            </a:r>
          </a:p>
          <a:p>
            <a:pPr marL="285750" indent="-285750">
              <a:buFont typeface="Arial" panose="020B0604020202020204" pitchFamily="34" charset="0"/>
              <a:buChar char="•"/>
            </a:pPr>
            <a:r>
              <a:rPr lang="en-IN" sz="1400"/>
              <a:t>What data is available (PLC Tags)</a:t>
            </a:r>
          </a:p>
          <a:p>
            <a:pPr marL="285750" indent="-285750">
              <a:buFont typeface="Arial" panose="020B0604020202020204" pitchFamily="34" charset="0"/>
              <a:buChar char="•"/>
            </a:pPr>
            <a:r>
              <a:rPr lang="en-IN" sz="1400"/>
              <a:t>What can be controlled (I/O Configuration)</a:t>
            </a:r>
          </a:p>
          <a:p>
            <a:pPr marL="285750" indent="-285750">
              <a:buFont typeface="Arial" panose="020B0604020202020204" pitchFamily="34" charset="0"/>
              <a:buChar char="•"/>
            </a:pPr>
            <a:r>
              <a:rPr lang="en-IN" sz="1400"/>
              <a:t>What abnormal conditions exist (Alarm Definitions)</a:t>
            </a:r>
          </a:p>
          <a:p>
            <a:pPr marL="285750" indent="-285750">
              <a:buFont typeface="Arial" panose="020B0604020202020204" pitchFamily="34" charset="0"/>
              <a:buChar char="•"/>
            </a:pPr>
            <a:r>
              <a:rPr lang="en-IN" sz="1400"/>
              <a:t>How devices are connected (Communication Configuration)</a:t>
            </a:r>
          </a:p>
        </p:txBody>
      </p:sp>
    </p:spTree>
    <p:extLst>
      <p:ext uri="{BB962C8B-B14F-4D97-AF65-F5344CB8AC3E}">
        <p14:creationId xmlns:p14="http://schemas.microsoft.com/office/powerpoint/2010/main" val="3570994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05A68-502E-599A-6C98-5FAB19D0E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252E1-A058-CED6-34FD-7277F55664F9}"/>
              </a:ext>
            </a:extLst>
          </p:cNvPr>
          <p:cNvSpPr>
            <a:spLocks noGrp="1"/>
          </p:cNvSpPr>
          <p:nvPr>
            <p:ph type="title"/>
          </p:nvPr>
        </p:nvSpPr>
        <p:spPr>
          <a:xfrm>
            <a:off x="457198" y="1875296"/>
            <a:ext cx="8208500" cy="1409510"/>
          </a:xfrm>
        </p:spPr>
        <p:txBody>
          <a:bodyPr/>
          <a:lstStyle/>
          <a:p>
            <a:r>
              <a:rPr lang="en-IN" dirty="0">
                <a:solidFill>
                  <a:schemeClr val="tx2"/>
                </a:solidFill>
              </a:rPr>
              <a:t>PS3-AI</a:t>
            </a:r>
            <a:r>
              <a:rPr lang="en-IN">
                <a:solidFill>
                  <a:schemeClr val="tx2"/>
                </a:solidFill>
              </a:rPr>
              <a:t> in HMI </a:t>
            </a:r>
            <a:r>
              <a:rPr lang="en-IN" err="1">
                <a:solidFill>
                  <a:schemeClr val="tx2"/>
                </a:solidFill>
              </a:rPr>
              <a:t>Buildtime</a:t>
            </a:r>
            <a:r>
              <a:rPr lang="en-IN">
                <a:solidFill>
                  <a:schemeClr val="tx2"/>
                </a:solidFill>
              </a:rPr>
              <a:t> Software</a:t>
            </a:r>
          </a:p>
        </p:txBody>
      </p:sp>
      <p:sp>
        <p:nvSpPr>
          <p:cNvPr id="3" name="Footer Placeholder 2">
            <a:extLst>
              <a:ext uri="{FF2B5EF4-FFF2-40B4-BE49-F238E27FC236}">
                <a16:creationId xmlns:a16="http://schemas.microsoft.com/office/drawing/2014/main" id="{51DA2807-3D92-F7C5-999B-4255C27E1997}"/>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8058A9E1-D7AF-6550-AD11-55A8E59A719D}"/>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11</a:t>
            </a:fld>
            <a:endParaRPr lang="en-US"/>
          </a:p>
        </p:txBody>
      </p:sp>
    </p:spTree>
    <p:extLst>
      <p:ext uri="{BB962C8B-B14F-4D97-AF65-F5344CB8AC3E}">
        <p14:creationId xmlns:p14="http://schemas.microsoft.com/office/powerpoint/2010/main" val="2587171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2EE5C-F2BA-52EF-BDB2-DAA303473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E1BD-9C50-4B6A-30FE-F62834554A0B}"/>
              </a:ext>
            </a:extLst>
          </p:cNvPr>
          <p:cNvSpPr>
            <a:spLocks noGrp="1"/>
          </p:cNvSpPr>
          <p:nvPr>
            <p:ph type="title"/>
          </p:nvPr>
        </p:nvSpPr>
        <p:spPr/>
        <p:txBody>
          <a:bodyPr/>
          <a:lstStyle/>
          <a:p>
            <a:r>
              <a:rPr lang="en-IN"/>
              <a:t>Problem Statement</a:t>
            </a:r>
          </a:p>
        </p:txBody>
      </p:sp>
      <p:sp>
        <p:nvSpPr>
          <p:cNvPr id="3" name="Footer Placeholder 2">
            <a:extLst>
              <a:ext uri="{FF2B5EF4-FFF2-40B4-BE49-F238E27FC236}">
                <a16:creationId xmlns:a16="http://schemas.microsoft.com/office/drawing/2014/main" id="{B1676D50-D94D-0643-4B24-243CBE979C63}"/>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5E896036-901D-7279-5719-C868D05832F8}"/>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12</a:t>
            </a:fld>
            <a:endParaRPr lang="en-US"/>
          </a:p>
        </p:txBody>
      </p:sp>
      <p:sp>
        <p:nvSpPr>
          <p:cNvPr id="5" name="TextBox 4">
            <a:extLst>
              <a:ext uri="{FF2B5EF4-FFF2-40B4-BE49-F238E27FC236}">
                <a16:creationId xmlns:a16="http://schemas.microsoft.com/office/drawing/2014/main" id="{568840DD-15A5-8A99-7C4D-1EE167CE6FD7}"/>
              </a:ext>
            </a:extLst>
          </p:cNvPr>
          <p:cNvSpPr txBox="1"/>
          <p:nvPr/>
        </p:nvSpPr>
        <p:spPr>
          <a:xfrm>
            <a:off x="492369" y="998806"/>
            <a:ext cx="8208499" cy="2096984"/>
          </a:xfrm>
          <a:prstGeom prst="rect">
            <a:avLst/>
          </a:prstGeom>
        </p:spPr>
        <p:txBody>
          <a:bodyPr vert="horz" wrap="square" lIns="0" tIns="0" rIns="0" bIns="0" rtlCol="0">
            <a:spAutoFit/>
          </a:bodyPr>
          <a:lstStyle/>
          <a:p>
            <a:pPr>
              <a:lnSpc>
                <a:spcPct val="200000"/>
              </a:lnSpc>
            </a:pPr>
            <a:r>
              <a:rPr lang="en-IN" sz="1400"/>
              <a:t>The current engineering workflow relies heavily on manual screen development, expert-driven configuration, and complex tag integration activities. This creates a steep learning curve for new engineers, increases the likelihood of human errors, delays validation and commissioning, and ultimately impacts engineering productivity, project timelines, and consistency in delivering standardized, high-quality solutions.</a:t>
            </a:r>
          </a:p>
        </p:txBody>
      </p:sp>
    </p:spTree>
    <p:extLst>
      <p:ext uri="{BB962C8B-B14F-4D97-AF65-F5344CB8AC3E}">
        <p14:creationId xmlns:p14="http://schemas.microsoft.com/office/powerpoint/2010/main" val="391451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3C1A4-DA86-FB0B-439A-9FF388F60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9EEE2-2966-D0FD-EEB4-DD6EE46C6296}"/>
              </a:ext>
            </a:extLst>
          </p:cNvPr>
          <p:cNvSpPr>
            <a:spLocks noGrp="1"/>
          </p:cNvSpPr>
          <p:nvPr>
            <p:ph type="title"/>
          </p:nvPr>
        </p:nvSpPr>
        <p:spPr/>
        <p:txBody>
          <a:bodyPr/>
          <a:lstStyle/>
          <a:p>
            <a:r>
              <a:rPr lang="en-IN"/>
              <a:t>Use Cases and Benefits of solving this problem</a:t>
            </a:r>
          </a:p>
        </p:txBody>
      </p:sp>
      <p:sp>
        <p:nvSpPr>
          <p:cNvPr id="3" name="Footer Placeholder 2">
            <a:extLst>
              <a:ext uri="{FF2B5EF4-FFF2-40B4-BE49-F238E27FC236}">
                <a16:creationId xmlns:a16="http://schemas.microsoft.com/office/drawing/2014/main" id="{929DBB14-067E-20D0-EC4C-73A3270A0B90}"/>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92E5C85C-C75D-F4D6-351F-CFB090A26D73}"/>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13</a:t>
            </a:fld>
            <a:endParaRPr lang="en-US"/>
          </a:p>
        </p:txBody>
      </p:sp>
      <p:sp>
        <p:nvSpPr>
          <p:cNvPr id="7" name="TextBox 6">
            <a:extLst>
              <a:ext uri="{FF2B5EF4-FFF2-40B4-BE49-F238E27FC236}">
                <a16:creationId xmlns:a16="http://schemas.microsoft.com/office/drawing/2014/main" id="{FC11A754-5100-3602-07CA-DD87391BCEEC}"/>
              </a:ext>
            </a:extLst>
          </p:cNvPr>
          <p:cNvSpPr txBox="1"/>
          <p:nvPr/>
        </p:nvSpPr>
        <p:spPr>
          <a:xfrm>
            <a:off x="520505" y="970671"/>
            <a:ext cx="3495821" cy="2747419"/>
          </a:xfrm>
          <a:prstGeom prst="rect">
            <a:avLst/>
          </a:prstGeom>
        </p:spPr>
        <p:txBody>
          <a:bodyPr vert="horz" wrap="square" lIns="0" tIns="0" rIns="0" bIns="0" rtlCol="0">
            <a:spAutoFit/>
          </a:bodyPr>
          <a:lstStyle/>
          <a:p>
            <a:pPr marL="342900" indent="-342900">
              <a:lnSpc>
                <a:spcPct val="200000"/>
              </a:lnSpc>
              <a:buFont typeface="Arial" panose="020B0604020202020204" pitchFamily="34" charset="0"/>
              <a:buChar char="•"/>
            </a:pPr>
            <a:r>
              <a:rPr lang="en-IN" sz="1300">
                <a:cs typeface="Poppins"/>
              </a:rPr>
              <a:t>AI Navigation Builder</a:t>
            </a:r>
            <a:endParaRPr lang="en-US" sz="1300">
              <a:cs typeface="Poppins"/>
            </a:endParaRPr>
          </a:p>
          <a:p>
            <a:pPr marL="342900" indent="-342900">
              <a:lnSpc>
                <a:spcPct val="200000"/>
              </a:lnSpc>
              <a:buFont typeface="Arial" panose="020B0604020202020204" pitchFamily="34" charset="0"/>
              <a:buChar char="•"/>
            </a:pPr>
            <a:r>
              <a:rPr lang="en-IN" sz="1300"/>
              <a:t>AI Script Generator</a:t>
            </a:r>
          </a:p>
          <a:p>
            <a:pPr marL="342900" indent="-342900">
              <a:lnSpc>
                <a:spcPct val="200000"/>
              </a:lnSpc>
              <a:buFont typeface="Arial" panose="020B0604020202020204" pitchFamily="34" charset="0"/>
              <a:buChar char="•"/>
            </a:pPr>
            <a:r>
              <a:rPr lang="en-IN" sz="1300"/>
              <a:t>AI Engineering Mentor</a:t>
            </a:r>
          </a:p>
          <a:p>
            <a:pPr marL="342900" indent="-342900">
              <a:lnSpc>
                <a:spcPct val="200000"/>
              </a:lnSpc>
              <a:buFont typeface="Arial" panose="020B0604020202020204" pitchFamily="34" charset="0"/>
              <a:buChar char="•"/>
            </a:pPr>
            <a:r>
              <a:rPr lang="en-IN" sz="1300"/>
              <a:t>AI Project Review Assistant</a:t>
            </a:r>
          </a:p>
          <a:p>
            <a:pPr marL="342900" indent="-342900">
              <a:lnSpc>
                <a:spcPct val="200000"/>
              </a:lnSpc>
              <a:buFont typeface="Arial" panose="020B0604020202020204" pitchFamily="34" charset="0"/>
              <a:buChar char="•"/>
            </a:pPr>
            <a:r>
              <a:rPr lang="en-IN" sz="1300"/>
              <a:t>AI Migration Assistant</a:t>
            </a:r>
          </a:p>
          <a:p>
            <a:pPr marL="342900" indent="-342900">
              <a:lnSpc>
                <a:spcPct val="200000"/>
              </a:lnSpc>
              <a:buFont typeface="Arial" panose="020B0604020202020204" pitchFamily="34" charset="0"/>
              <a:buChar char="•"/>
            </a:pPr>
            <a:r>
              <a:rPr lang="en-IN" sz="1300"/>
              <a:t>AI-Based HMI System Log Analyzer</a:t>
            </a:r>
          </a:p>
          <a:p>
            <a:pPr marL="342900" indent="-342900">
              <a:lnSpc>
                <a:spcPct val="200000"/>
              </a:lnSpc>
              <a:buFont typeface="Arial" panose="020B0604020202020204" pitchFamily="34" charset="0"/>
              <a:buChar char="•"/>
            </a:pPr>
            <a:r>
              <a:rPr lang="en-IN" sz="1300"/>
              <a:t>Minimize failure analysis time</a:t>
            </a:r>
          </a:p>
        </p:txBody>
      </p:sp>
      <p:sp>
        <p:nvSpPr>
          <p:cNvPr id="8" name="TextBox 7">
            <a:extLst>
              <a:ext uri="{FF2B5EF4-FFF2-40B4-BE49-F238E27FC236}">
                <a16:creationId xmlns:a16="http://schemas.microsoft.com/office/drawing/2014/main" id="{1A25AC37-7B97-ACC7-7D12-254C97FACEF6}"/>
              </a:ext>
            </a:extLst>
          </p:cNvPr>
          <p:cNvSpPr txBox="1"/>
          <p:nvPr/>
        </p:nvSpPr>
        <p:spPr>
          <a:xfrm>
            <a:off x="4562622" y="968326"/>
            <a:ext cx="4487593" cy="2747419"/>
          </a:xfrm>
          <a:prstGeom prst="rect">
            <a:avLst/>
          </a:prstGeom>
        </p:spPr>
        <p:txBody>
          <a:bodyPr vert="horz" wrap="square" lIns="0" tIns="0" rIns="0" bIns="0" rtlCol="0">
            <a:spAutoFit/>
          </a:bodyPr>
          <a:lstStyle/>
          <a:p>
            <a:pPr marL="342900" indent="-342900">
              <a:lnSpc>
                <a:spcPct val="200000"/>
              </a:lnSpc>
              <a:buFont typeface="Arial" panose="020B0604020202020204" pitchFamily="34" charset="0"/>
              <a:buChar char="•"/>
            </a:pPr>
            <a:r>
              <a:rPr lang="en-IN" sz="1300"/>
              <a:t>AI-Assisted HMI Project Generation</a:t>
            </a:r>
          </a:p>
          <a:p>
            <a:pPr marL="342900" indent="-342900">
              <a:lnSpc>
                <a:spcPct val="200000"/>
              </a:lnSpc>
              <a:buFont typeface="Arial" panose="020B0604020202020204" pitchFamily="34" charset="0"/>
              <a:buChar char="•"/>
            </a:pPr>
            <a:r>
              <a:rPr lang="en-IN" sz="1300"/>
              <a:t>AI Design Copilot</a:t>
            </a:r>
          </a:p>
          <a:p>
            <a:pPr marL="342900" indent="-342900">
              <a:lnSpc>
                <a:spcPct val="200000"/>
              </a:lnSpc>
              <a:buFont typeface="Arial" panose="020B0604020202020204" pitchFamily="34" charset="0"/>
              <a:buChar char="•"/>
            </a:pPr>
            <a:r>
              <a:rPr lang="en-IN" sz="1300"/>
              <a:t>Intelligent Project Validation &amp; Quality Assurance</a:t>
            </a:r>
          </a:p>
          <a:p>
            <a:pPr marL="342900" indent="-342900">
              <a:lnSpc>
                <a:spcPct val="200000"/>
              </a:lnSpc>
              <a:buFont typeface="Arial" panose="020B0604020202020204" pitchFamily="34" charset="0"/>
              <a:buChar char="•"/>
            </a:pPr>
            <a:r>
              <a:rPr lang="en-IN" sz="1300"/>
              <a:t>Knowledge-Based Engineering Assistant</a:t>
            </a:r>
          </a:p>
          <a:p>
            <a:pPr marL="342900" indent="-342900">
              <a:lnSpc>
                <a:spcPct val="200000"/>
              </a:lnSpc>
              <a:buFont typeface="Arial" panose="020B0604020202020204" pitchFamily="34" charset="0"/>
              <a:buChar char="•"/>
            </a:pPr>
            <a:r>
              <a:rPr lang="en-IN" sz="1300"/>
              <a:t>AI Screen Generator</a:t>
            </a:r>
          </a:p>
          <a:p>
            <a:pPr marL="342900" indent="-342900">
              <a:lnSpc>
                <a:spcPct val="200000"/>
              </a:lnSpc>
              <a:buFont typeface="Arial" panose="020B0604020202020204" pitchFamily="34" charset="0"/>
              <a:buChar char="•"/>
            </a:pPr>
            <a:r>
              <a:rPr lang="en-IN" sz="1300"/>
              <a:t>AI Tag Mapping Assistant</a:t>
            </a:r>
          </a:p>
          <a:p>
            <a:pPr marL="342900" indent="-342900">
              <a:lnSpc>
                <a:spcPct val="200000"/>
              </a:lnSpc>
              <a:buFont typeface="Arial" panose="020B0604020202020204" pitchFamily="34" charset="0"/>
              <a:buChar char="•"/>
            </a:pPr>
            <a:r>
              <a:rPr lang="en-IN" sz="1300">
                <a:cs typeface="Poppins"/>
              </a:rPr>
              <a:t>AI Alarm Configuration Generator</a:t>
            </a:r>
          </a:p>
        </p:txBody>
      </p:sp>
    </p:spTree>
    <p:extLst>
      <p:ext uri="{BB962C8B-B14F-4D97-AF65-F5344CB8AC3E}">
        <p14:creationId xmlns:p14="http://schemas.microsoft.com/office/powerpoint/2010/main" val="3481514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5D18-2C2D-9599-754B-36CB4A871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93A4A-A6ED-AFE9-474E-2856529377C1}"/>
              </a:ext>
            </a:extLst>
          </p:cNvPr>
          <p:cNvSpPr>
            <a:spLocks noGrp="1"/>
          </p:cNvSpPr>
          <p:nvPr>
            <p:ph type="title"/>
          </p:nvPr>
        </p:nvSpPr>
        <p:spPr/>
        <p:txBody>
          <a:bodyPr/>
          <a:lstStyle/>
          <a:p>
            <a:r>
              <a:rPr lang="en-IN"/>
              <a:t>Data Sources(References)</a:t>
            </a:r>
          </a:p>
        </p:txBody>
      </p:sp>
      <p:sp>
        <p:nvSpPr>
          <p:cNvPr id="3" name="Footer Placeholder 2">
            <a:extLst>
              <a:ext uri="{FF2B5EF4-FFF2-40B4-BE49-F238E27FC236}">
                <a16:creationId xmlns:a16="http://schemas.microsoft.com/office/drawing/2014/main" id="{074D06A1-55B2-D657-F26E-504C6981CFC2}"/>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10AAF2A5-79D3-CF83-94D7-E414B2EB9476}"/>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14</a:t>
            </a:fld>
            <a:endParaRPr lang="en-US"/>
          </a:p>
        </p:txBody>
      </p:sp>
      <p:sp>
        <p:nvSpPr>
          <p:cNvPr id="5" name="TextBox 4">
            <a:extLst>
              <a:ext uri="{FF2B5EF4-FFF2-40B4-BE49-F238E27FC236}">
                <a16:creationId xmlns:a16="http://schemas.microsoft.com/office/drawing/2014/main" id="{8BA094B3-45A2-9B86-246F-7C80E448215D}"/>
              </a:ext>
            </a:extLst>
          </p:cNvPr>
          <p:cNvSpPr txBox="1"/>
          <p:nvPr/>
        </p:nvSpPr>
        <p:spPr>
          <a:xfrm>
            <a:off x="390800" y="1052989"/>
            <a:ext cx="8391346" cy="126701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nSpc>
                <a:spcPts val="1900"/>
              </a:lnSpc>
              <a:spcBef>
                <a:spcPts val="500"/>
              </a:spcBef>
              <a:spcAft>
                <a:spcPts val="500"/>
              </a:spcAft>
              <a:buFont typeface="Arial" panose="020B0604020202020204" pitchFamily="34" charset="0"/>
              <a:buChar char="•"/>
            </a:pPr>
            <a:r>
              <a:rPr lang="en-US" sz="1100">
                <a:latin typeface="Segoe UI"/>
                <a:cs typeface="Segoe UI"/>
              </a:rPr>
              <a:t>Existing HMI project files</a:t>
            </a:r>
          </a:p>
          <a:p>
            <a:pPr marL="171450" indent="-171450">
              <a:lnSpc>
                <a:spcPts val="1900"/>
              </a:lnSpc>
              <a:spcBef>
                <a:spcPts val="500"/>
              </a:spcBef>
              <a:spcAft>
                <a:spcPts val="500"/>
              </a:spcAft>
              <a:buFont typeface="Arial" panose="020B0604020202020204" pitchFamily="34" charset="0"/>
              <a:buChar char="•"/>
            </a:pPr>
            <a:r>
              <a:rPr lang="en-US" sz="1100">
                <a:latin typeface="Segoe UI"/>
                <a:cs typeface="Segoe UI"/>
              </a:rPr>
              <a:t>Asset Library / Templates</a:t>
            </a:r>
          </a:p>
          <a:p>
            <a:pPr marL="171450" indent="-171450">
              <a:lnSpc>
                <a:spcPts val="1900"/>
              </a:lnSpc>
              <a:spcBef>
                <a:spcPts val="500"/>
              </a:spcBef>
              <a:spcAft>
                <a:spcPts val="500"/>
              </a:spcAft>
              <a:buFont typeface="Arial" panose="020B0604020202020204" pitchFamily="34" charset="0"/>
              <a:buChar char="•"/>
            </a:pPr>
            <a:endParaRPr lang="en-US" sz="1100">
              <a:latin typeface="Segoe UI"/>
              <a:cs typeface="Segoe UI"/>
            </a:endParaRPr>
          </a:p>
          <a:p>
            <a:pPr marL="285750" indent="-285750" algn="l">
              <a:buFont typeface="Arial" panose="020B0604020202020204" pitchFamily="34" charset="0"/>
              <a:buChar char="•"/>
            </a:pPr>
            <a:endParaRPr lang="en-US" sz="1400">
              <a:cs typeface="Poppins"/>
            </a:endParaRPr>
          </a:p>
        </p:txBody>
      </p:sp>
    </p:spTree>
    <p:extLst>
      <p:ext uri="{BB962C8B-B14F-4D97-AF65-F5344CB8AC3E}">
        <p14:creationId xmlns:p14="http://schemas.microsoft.com/office/powerpoint/2010/main" val="3522150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D09CF-7006-C026-B6C5-4BE35AC51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DA86B-FF7D-3BFA-6CCE-3F3DC1FF074F}"/>
              </a:ext>
            </a:extLst>
          </p:cNvPr>
          <p:cNvSpPr>
            <a:spLocks noGrp="1"/>
          </p:cNvSpPr>
          <p:nvPr>
            <p:ph type="title"/>
          </p:nvPr>
        </p:nvSpPr>
        <p:spPr>
          <a:xfrm>
            <a:off x="457198" y="1875296"/>
            <a:ext cx="8208500" cy="1409510"/>
          </a:xfrm>
        </p:spPr>
        <p:txBody>
          <a:bodyPr/>
          <a:lstStyle/>
          <a:p>
            <a:r>
              <a:rPr lang="en-IN" dirty="0">
                <a:solidFill>
                  <a:schemeClr val="tx2"/>
                </a:solidFill>
              </a:rPr>
              <a:t>PS4-Lightweight</a:t>
            </a:r>
            <a:r>
              <a:rPr lang="en-IN">
                <a:solidFill>
                  <a:schemeClr val="tx2"/>
                </a:solidFill>
              </a:rPr>
              <a:t> HMI Runtime</a:t>
            </a:r>
          </a:p>
        </p:txBody>
      </p:sp>
      <p:sp>
        <p:nvSpPr>
          <p:cNvPr id="3" name="Footer Placeholder 2">
            <a:extLst>
              <a:ext uri="{FF2B5EF4-FFF2-40B4-BE49-F238E27FC236}">
                <a16:creationId xmlns:a16="http://schemas.microsoft.com/office/drawing/2014/main" id="{C740A762-1E69-7156-ED9C-C3D1A3658E1E}"/>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848B480B-E18F-D5D9-B48F-AEFEF8FC6BF9}"/>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15</a:t>
            </a:fld>
            <a:endParaRPr lang="en-US"/>
          </a:p>
        </p:txBody>
      </p:sp>
    </p:spTree>
    <p:extLst>
      <p:ext uri="{BB962C8B-B14F-4D97-AF65-F5344CB8AC3E}">
        <p14:creationId xmlns:p14="http://schemas.microsoft.com/office/powerpoint/2010/main" val="1311216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96883-C769-219D-DBB7-7A2096BC8B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82D0F-5760-E973-5FB4-E13855298302}"/>
              </a:ext>
            </a:extLst>
          </p:cNvPr>
          <p:cNvSpPr>
            <a:spLocks noGrp="1"/>
          </p:cNvSpPr>
          <p:nvPr>
            <p:ph type="title"/>
          </p:nvPr>
        </p:nvSpPr>
        <p:spPr/>
        <p:txBody>
          <a:bodyPr/>
          <a:lstStyle/>
          <a:p>
            <a:r>
              <a:rPr lang="en-IN"/>
              <a:t>Problem Statement</a:t>
            </a:r>
          </a:p>
        </p:txBody>
      </p:sp>
      <p:sp>
        <p:nvSpPr>
          <p:cNvPr id="3" name="Footer Placeholder 2">
            <a:extLst>
              <a:ext uri="{FF2B5EF4-FFF2-40B4-BE49-F238E27FC236}">
                <a16:creationId xmlns:a16="http://schemas.microsoft.com/office/drawing/2014/main" id="{577B039C-41E2-A423-ADD4-8914DD84813F}"/>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A4549812-596B-BD7A-2B60-1F4B6BF21B3E}"/>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16</a:t>
            </a:fld>
            <a:endParaRPr lang="en-US"/>
          </a:p>
        </p:txBody>
      </p:sp>
      <p:sp>
        <p:nvSpPr>
          <p:cNvPr id="5" name="TextBox 4">
            <a:extLst>
              <a:ext uri="{FF2B5EF4-FFF2-40B4-BE49-F238E27FC236}">
                <a16:creationId xmlns:a16="http://schemas.microsoft.com/office/drawing/2014/main" id="{4EA8DB13-06B7-C919-169D-4E336A39A17B}"/>
              </a:ext>
            </a:extLst>
          </p:cNvPr>
          <p:cNvSpPr txBox="1"/>
          <p:nvPr/>
        </p:nvSpPr>
        <p:spPr>
          <a:xfrm>
            <a:off x="457200" y="872197"/>
            <a:ext cx="8243668" cy="3201133"/>
          </a:xfrm>
          <a:prstGeom prst="rect">
            <a:avLst/>
          </a:prstGeom>
        </p:spPr>
        <p:txBody>
          <a:bodyPr vert="horz" wrap="square" lIns="0" tIns="0" rIns="0" bIns="0" rtlCol="0">
            <a:spAutoFit/>
          </a:bodyPr>
          <a:lstStyle/>
          <a:p>
            <a:pPr>
              <a:lnSpc>
                <a:spcPct val="150000"/>
              </a:lnSpc>
            </a:pPr>
            <a:r>
              <a:rPr lang="en-IN" sz="1400" dirty="0"/>
              <a:t>Currently, HMI runtimes face challenges such as limited memory capacity and the need to manage large volumes of data. As the amount of data grows, memory consumption increases, leading to performance degradation. These memory and performance constraints are particularly significant in lower spec HMI hardware, resulting in reduced efficiency and higher overall costs.</a:t>
            </a:r>
          </a:p>
          <a:p>
            <a:pPr>
              <a:lnSpc>
                <a:spcPct val="150000"/>
              </a:lnSpc>
            </a:pPr>
            <a:endParaRPr lang="en-IN" sz="1400" dirty="0"/>
          </a:p>
          <a:p>
            <a:pPr>
              <a:lnSpc>
                <a:spcPct val="150000"/>
              </a:lnSpc>
            </a:pPr>
            <a:r>
              <a:rPr lang="en-IN" sz="1400" dirty="0"/>
              <a:t>The proposed HMI Runtime solution should support Linux and Windows platforms. It must provide efficient graphics rendering capabilities on compact Linux hardware. Potential graphics frameworks and rendering options include </a:t>
            </a:r>
            <a:r>
              <a:rPr lang="en-IN" sz="1400" b="1" dirty="0"/>
              <a:t>LVGL</a:t>
            </a:r>
            <a:r>
              <a:rPr lang="en-IN" sz="1400"/>
              <a:t>, </a:t>
            </a:r>
            <a:r>
              <a:rPr lang="en-IN" sz="1400" b="1" dirty="0"/>
              <a:t>OpenGL</a:t>
            </a:r>
            <a:r>
              <a:rPr lang="en-IN" sz="1400"/>
              <a:t>, </a:t>
            </a:r>
            <a:r>
              <a:rPr lang="en-IN" sz="1400" b="1" dirty="0"/>
              <a:t>HTML-Canvas, SVG and others</a:t>
            </a:r>
            <a:r>
              <a:rPr lang="en-IN" sz="1400" dirty="0"/>
              <a:t> with a strong preference for </a:t>
            </a:r>
            <a:r>
              <a:rPr lang="en-IN" sz="1400" b="1" dirty="0"/>
              <a:t>open-source solutions.</a:t>
            </a:r>
          </a:p>
        </p:txBody>
      </p:sp>
    </p:spTree>
    <p:extLst>
      <p:ext uri="{BB962C8B-B14F-4D97-AF65-F5344CB8AC3E}">
        <p14:creationId xmlns:p14="http://schemas.microsoft.com/office/powerpoint/2010/main" val="655217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06677-44DF-87A8-E355-CE304DBC1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EE2E7-EFDC-B69E-951A-DAB2B91D0A8B}"/>
              </a:ext>
            </a:extLst>
          </p:cNvPr>
          <p:cNvSpPr>
            <a:spLocks noGrp="1"/>
          </p:cNvSpPr>
          <p:nvPr>
            <p:ph type="title"/>
          </p:nvPr>
        </p:nvSpPr>
        <p:spPr/>
        <p:txBody>
          <a:bodyPr/>
          <a:lstStyle/>
          <a:p>
            <a:r>
              <a:rPr lang="en-IN" dirty="0"/>
              <a:t>Use Cases and Benefits of solving this problem</a:t>
            </a:r>
          </a:p>
        </p:txBody>
      </p:sp>
      <p:sp>
        <p:nvSpPr>
          <p:cNvPr id="3" name="Footer Placeholder 2">
            <a:extLst>
              <a:ext uri="{FF2B5EF4-FFF2-40B4-BE49-F238E27FC236}">
                <a16:creationId xmlns:a16="http://schemas.microsoft.com/office/drawing/2014/main" id="{2099B00D-E539-CCB2-F2D6-E2486A3205EC}"/>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63DEEDCB-7649-9D49-F8EE-6DE7746641BD}"/>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17</a:t>
            </a:fld>
            <a:endParaRPr lang="en-US"/>
          </a:p>
        </p:txBody>
      </p:sp>
      <p:sp>
        <p:nvSpPr>
          <p:cNvPr id="5" name="TextBox 4">
            <a:extLst>
              <a:ext uri="{FF2B5EF4-FFF2-40B4-BE49-F238E27FC236}">
                <a16:creationId xmlns:a16="http://schemas.microsoft.com/office/drawing/2014/main" id="{E3C835BE-4E77-752A-163A-9F8A42A32139}"/>
              </a:ext>
            </a:extLst>
          </p:cNvPr>
          <p:cNvSpPr txBox="1"/>
          <p:nvPr/>
        </p:nvSpPr>
        <p:spPr>
          <a:xfrm>
            <a:off x="457197" y="1025654"/>
            <a:ext cx="6979656" cy="2096984"/>
          </a:xfrm>
          <a:prstGeom prst="rect">
            <a:avLst/>
          </a:prstGeom>
        </p:spPr>
        <p:txBody>
          <a:bodyPr vert="horz" wrap="square" lIns="0" tIns="0" rIns="0" bIns="0" rtlCol="0">
            <a:spAutoFit/>
          </a:bodyPr>
          <a:lstStyle/>
          <a:p>
            <a:pPr marL="285750" indent="-285750">
              <a:lnSpc>
                <a:spcPct val="200000"/>
              </a:lnSpc>
              <a:buFont typeface="Arial" panose="020B0604020202020204" pitchFamily="34" charset="0"/>
              <a:buChar char="•"/>
            </a:pPr>
            <a:r>
              <a:rPr lang="en-IN" sz="1400" dirty="0"/>
              <a:t>Industrial machine visualization and control on low-cost HMI panels.</a:t>
            </a:r>
          </a:p>
          <a:p>
            <a:pPr marL="285750" indent="-285750">
              <a:lnSpc>
                <a:spcPct val="200000"/>
              </a:lnSpc>
              <a:buFont typeface="Arial" panose="020B0604020202020204" pitchFamily="34" charset="0"/>
              <a:buChar char="•"/>
            </a:pPr>
            <a:r>
              <a:rPr lang="en-IN" sz="1400" dirty="0"/>
              <a:t>Lower hardware requirements and improved scalability.</a:t>
            </a:r>
          </a:p>
          <a:p>
            <a:pPr marL="285750" indent="-285750">
              <a:lnSpc>
                <a:spcPct val="200000"/>
              </a:lnSpc>
              <a:buFont typeface="Arial" panose="020B0604020202020204" pitchFamily="34" charset="0"/>
              <a:buChar char="•"/>
            </a:pPr>
            <a:r>
              <a:rPr lang="en-IN" sz="1400" dirty="0"/>
              <a:t>Improved graphics rendering and performance of data communication.</a:t>
            </a:r>
          </a:p>
          <a:p>
            <a:pPr marL="285750" indent="-285750">
              <a:lnSpc>
                <a:spcPct val="200000"/>
              </a:lnSpc>
              <a:buFont typeface="Arial" panose="020B0604020202020204" pitchFamily="34" charset="0"/>
              <a:buChar char="•"/>
            </a:pPr>
            <a:r>
              <a:rPr lang="en-IN" sz="1400" dirty="0"/>
              <a:t>Low power devices through reduced CPU utilization.</a:t>
            </a:r>
          </a:p>
          <a:p>
            <a:pPr marL="285750" indent="-285750">
              <a:lnSpc>
                <a:spcPct val="200000"/>
              </a:lnSpc>
              <a:buFont typeface="Arial" panose="020B0604020202020204" pitchFamily="34" charset="0"/>
              <a:buChar char="•"/>
            </a:pPr>
            <a:r>
              <a:rPr lang="en-IN" sz="1400" dirty="0"/>
              <a:t>Low resource usage, high reliability.</a:t>
            </a:r>
          </a:p>
        </p:txBody>
      </p:sp>
    </p:spTree>
    <p:extLst>
      <p:ext uri="{BB962C8B-B14F-4D97-AF65-F5344CB8AC3E}">
        <p14:creationId xmlns:p14="http://schemas.microsoft.com/office/powerpoint/2010/main" val="3115714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58858-7C71-B9F7-A4AC-756E4077F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03478-0A7A-A3C4-C8BA-74A7846D10DF}"/>
              </a:ext>
            </a:extLst>
          </p:cNvPr>
          <p:cNvSpPr>
            <a:spLocks noGrp="1"/>
          </p:cNvSpPr>
          <p:nvPr>
            <p:ph type="title"/>
          </p:nvPr>
        </p:nvSpPr>
        <p:spPr/>
        <p:txBody>
          <a:bodyPr/>
          <a:lstStyle/>
          <a:p>
            <a:r>
              <a:rPr lang="en-IN"/>
              <a:t>Data Sources(References)</a:t>
            </a:r>
          </a:p>
        </p:txBody>
      </p:sp>
      <p:sp>
        <p:nvSpPr>
          <p:cNvPr id="3" name="Footer Placeholder 2">
            <a:extLst>
              <a:ext uri="{FF2B5EF4-FFF2-40B4-BE49-F238E27FC236}">
                <a16:creationId xmlns:a16="http://schemas.microsoft.com/office/drawing/2014/main" id="{E93BB23F-D9C5-38F1-C795-EB6280F4246F}"/>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792C0944-6316-871C-7B39-A0AD2684B5D4}"/>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18</a:t>
            </a:fld>
            <a:endParaRPr lang="en-US"/>
          </a:p>
        </p:txBody>
      </p:sp>
      <p:sp>
        <p:nvSpPr>
          <p:cNvPr id="5" name="TextBox 4">
            <a:extLst>
              <a:ext uri="{FF2B5EF4-FFF2-40B4-BE49-F238E27FC236}">
                <a16:creationId xmlns:a16="http://schemas.microsoft.com/office/drawing/2014/main" id="{E3B83AF8-CB49-490F-3CC3-2593410168EB}"/>
              </a:ext>
            </a:extLst>
          </p:cNvPr>
          <p:cNvSpPr txBox="1"/>
          <p:nvPr/>
        </p:nvSpPr>
        <p:spPr>
          <a:xfrm>
            <a:off x="390800" y="1052989"/>
            <a:ext cx="8391346" cy="126701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nSpc>
                <a:spcPts val="1900"/>
              </a:lnSpc>
              <a:spcBef>
                <a:spcPts val="500"/>
              </a:spcBef>
              <a:spcAft>
                <a:spcPts val="500"/>
              </a:spcAft>
              <a:buFont typeface="Arial" panose="020B0604020202020204" pitchFamily="34" charset="0"/>
              <a:buChar char="•"/>
            </a:pPr>
            <a:r>
              <a:rPr lang="en-US" sz="1100" dirty="0">
                <a:latin typeface="Segoe UI"/>
                <a:cs typeface="Segoe UI"/>
              </a:rPr>
              <a:t>HMI </a:t>
            </a:r>
            <a:r>
              <a:rPr lang="en-US" sz="1100">
                <a:latin typeface="Segoe UI"/>
                <a:cs typeface="Segoe UI"/>
              </a:rPr>
              <a:t>Runtime Architecture</a:t>
            </a:r>
            <a:r>
              <a:rPr lang="en-US" sz="1100" dirty="0">
                <a:latin typeface="Segoe UI"/>
                <a:cs typeface="Segoe UI"/>
              </a:rPr>
              <a:t>.</a:t>
            </a:r>
          </a:p>
          <a:p>
            <a:pPr marL="171450" indent="-171450">
              <a:lnSpc>
                <a:spcPts val="1900"/>
              </a:lnSpc>
              <a:spcBef>
                <a:spcPts val="500"/>
              </a:spcBef>
              <a:spcAft>
                <a:spcPts val="500"/>
              </a:spcAft>
              <a:buFont typeface="Arial" panose="020B0604020202020204" pitchFamily="34" charset="0"/>
              <a:buChar char="•"/>
            </a:pPr>
            <a:r>
              <a:rPr lang="en-US" sz="1100" dirty="0">
                <a:latin typeface="Segoe UI"/>
                <a:cs typeface="Segoe UI"/>
              </a:rPr>
              <a:t>Embedded Systems Architecture.</a:t>
            </a:r>
          </a:p>
          <a:p>
            <a:pPr marL="171450" indent="-171450">
              <a:lnSpc>
                <a:spcPts val="1900"/>
              </a:lnSpc>
              <a:spcBef>
                <a:spcPts val="500"/>
              </a:spcBef>
              <a:spcAft>
                <a:spcPts val="500"/>
              </a:spcAft>
              <a:buFont typeface="Arial" panose="020B0604020202020204" pitchFamily="34" charset="0"/>
              <a:buChar char="•"/>
            </a:pPr>
            <a:endParaRPr lang="en-US" sz="1100" dirty="0">
              <a:latin typeface="Segoe UI"/>
              <a:cs typeface="Segoe UI"/>
            </a:endParaRPr>
          </a:p>
          <a:p>
            <a:pPr marL="285750" indent="-285750" algn="l">
              <a:buFont typeface="Arial" panose="020B0604020202020204" pitchFamily="34" charset="0"/>
              <a:buChar char="•"/>
            </a:pPr>
            <a:endParaRPr lang="en-US" sz="1400" dirty="0">
              <a:cs typeface="Poppins"/>
            </a:endParaRPr>
          </a:p>
        </p:txBody>
      </p:sp>
    </p:spTree>
    <p:extLst>
      <p:ext uri="{BB962C8B-B14F-4D97-AF65-F5344CB8AC3E}">
        <p14:creationId xmlns:p14="http://schemas.microsoft.com/office/powerpoint/2010/main" val="3413925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8F56B-0F4C-B072-447A-4A573C8A8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92D21-4EFB-E656-677E-736E88569ED2}"/>
              </a:ext>
            </a:extLst>
          </p:cNvPr>
          <p:cNvSpPr>
            <a:spLocks noGrp="1"/>
          </p:cNvSpPr>
          <p:nvPr>
            <p:ph type="title"/>
          </p:nvPr>
        </p:nvSpPr>
        <p:spPr>
          <a:xfrm>
            <a:off x="457198" y="1875296"/>
            <a:ext cx="8208500" cy="1409510"/>
          </a:xfrm>
        </p:spPr>
        <p:txBody>
          <a:bodyPr/>
          <a:lstStyle/>
          <a:p>
            <a:r>
              <a:rPr lang="en-IN">
                <a:solidFill>
                  <a:schemeClr val="tx2"/>
                </a:solidFill>
              </a:rPr>
              <a:t>Innovation Program Expectations &amp; Deliverables</a:t>
            </a:r>
          </a:p>
        </p:txBody>
      </p:sp>
      <p:sp>
        <p:nvSpPr>
          <p:cNvPr id="3" name="Footer Placeholder 2">
            <a:extLst>
              <a:ext uri="{FF2B5EF4-FFF2-40B4-BE49-F238E27FC236}">
                <a16:creationId xmlns:a16="http://schemas.microsoft.com/office/drawing/2014/main" id="{68767BF2-B096-523A-C784-7714FB7CEFB5}"/>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E3AE359D-A36A-B186-9C3D-D984A052D678}"/>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19</a:t>
            </a:fld>
            <a:endParaRPr lang="en-US"/>
          </a:p>
        </p:txBody>
      </p:sp>
    </p:spTree>
    <p:extLst>
      <p:ext uri="{BB962C8B-B14F-4D97-AF65-F5344CB8AC3E}">
        <p14:creationId xmlns:p14="http://schemas.microsoft.com/office/powerpoint/2010/main" val="2591518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9816B-F64C-20CE-923C-67F27311B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7653A-1757-2F31-C30C-3EC0CACFD35F}"/>
              </a:ext>
            </a:extLst>
          </p:cNvPr>
          <p:cNvSpPr>
            <a:spLocks noGrp="1"/>
          </p:cNvSpPr>
          <p:nvPr>
            <p:ph type="title"/>
          </p:nvPr>
        </p:nvSpPr>
        <p:spPr/>
        <p:txBody>
          <a:bodyPr/>
          <a:lstStyle/>
          <a:p>
            <a:r>
              <a:rPr lang="en-IN"/>
              <a:t>Idea Card Expectations</a:t>
            </a:r>
            <a:endParaRPr lang="en-US"/>
          </a:p>
        </p:txBody>
      </p:sp>
      <p:sp>
        <p:nvSpPr>
          <p:cNvPr id="3" name="Footer Placeholder 2">
            <a:extLst>
              <a:ext uri="{FF2B5EF4-FFF2-40B4-BE49-F238E27FC236}">
                <a16:creationId xmlns:a16="http://schemas.microsoft.com/office/drawing/2014/main" id="{A30001C8-793D-C55C-E71D-4B6B7955DE02}"/>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2A53E248-EC36-6578-D6A0-C392E638BB85}"/>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20</a:t>
            </a:fld>
            <a:endParaRPr lang="en-US"/>
          </a:p>
        </p:txBody>
      </p:sp>
      <p:sp>
        <p:nvSpPr>
          <p:cNvPr id="9" name="TextBox 8">
            <a:extLst>
              <a:ext uri="{FF2B5EF4-FFF2-40B4-BE49-F238E27FC236}">
                <a16:creationId xmlns:a16="http://schemas.microsoft.com/office/drawing/2014/main" id="{DF31CE44-C65A-2387-F5BD-A5B33F824B66}"/>
              </a:ext>
            </a:extLst>
          </p:cNvPr>
          <p:cNvSpPr txBox="1"/>
          <p:nvPr/>
        </p:nvSpPr>
        <p:spPr>
          <a:xfrm>
            <a:off x="457875" y="998252"/>
            <a:ext cx="6935708" cy="1666097"/>
          </a:xfrm>
          <a:prstGeom prst="rect">
            <a:avLst/>
          </a:prstGeom>
        </p:spPr>
        <p:txBody>
          <a:bodyPr vert="horz" wrap="square" lIns="0" tIns="0" rIns="0" bIns="0" rtlCol="0" anchor="t">
            <a:spAutoFit/>
          </a:bodyPr>
          <a:lstStyle/>
          <a:p>
            <a:pPr marL="285750" indent="-285750">
              <a:lnSpc>
                <a:spcPct val="200000"/>
              </a:lnSpc>
              <a:buFont typeface="Arial" panose="020B0604020202020204" pitchFamily="34" charset="0"/>
              <a:buChar char="•"/>
            </a:pPr>
            <a:r>
              <a:rPr lang="en-IN" sz="1400"/>
              <a:t>Choose the problem statement</a:t>
            </a:r>
          </a:p>
          <a:p>
            <a:pPr marL="285750" indent="-285750">
              <a:lnSpc>
                <a:spcPct val="200000"/>
              </a:lnSpc>
              <a:buFont typeface="Arial" panose="020B0604020202020204" pitchFamily="34" charset="0"/>
              <a:buChar char="•"/>
            </a:pPr>
            <a:r>
              <a:rPr lang="en-IN" sz="1400">
                <a:cs typeface="Poppins"/>
              </a:rPr>
              <a:t>Refer the Template provide the Idea Card PPT.</a:t>
            </a:r>
          </a:p>
          <a:p>
            <a:pPr marL="285750" indent="-285750">
              <a:lnSpc>
                <a:spcPct val="200000"/>
              </a:lnSpc>
              <a:buFont typeface="Arial" panose="020B0604020202020204" pitchFamily="34" charset="0"/>
              <a:buChar char="•"/>
            </a:pPr>
            <a:r>
              <a:rPr lang="en-US" sz="1400">
                <a:cs typeface="Poppins"/>
              </a:rPr>
              <a:t>Describe your proposed solution with necessary diagrams &amp; pictures</a:t>
            </a:r>
          </a:p>
          <a:p>
            <a:pPr marL="285750" indent="-285750">
              <a:lnSpc>
                <a:spcPct val="200000"/>
              </a:lnSpc>
              <a:buFont typeface="Arial" panose="020B0604020202020204" pitchFamily="34" charset="0"/>
              <a:buChar char="•"/>
            </a:pPr>
            <a:r>
              <a:rPr lang="en-US" sz="1400">
                <a:cs typeface="Poppins"/>
              </a:rPr>
              <a:t>Clear &amp; Short explanation on the solution for the problem statement.</a:t>
            </a:r>
          </a:p>
        </p:txBody>
      </p:sp>
    </p:spTree>
    <p:extLst>
      <p:ext uri="{BB962C8B-B14F-4D97-AF65-F5344CB8AC3E}">
        <p14:creationId xmlns:p14="http://schemas.microsoft.com/office/powerpoint/2010/main" val="1060346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D3E10-6F3C-6B00-6EEC-F80A38022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93590-8DD3-B23F-56F2-1320476D64FE}"/>
              </a:ext>
            </a:extLst>
          </p:cNvPr>
          <p:cNvSpPr>
            <a:spLocks noGrp="1"/>
          </p:cNvSpPr>
          <p:nvPr>
            <p:ph type="title"/>
          </p:nvPr>
        </p:nvSpPr>
        <p:spPr/>
        <p:txBody>
          <a:bodyPr/>
          <a:lstStyle/>
          <a:p>
            <a:r>
              <a:rPr lang="en-IN"/>
              <a:t>10-Hour Innovation Sprint Expectations</a:t>
            </a:r>
          </a:p>
        </p:txBody>
      </p:sp>
      <p:sp>
        <p:nvSpPr>
          <p:cNvPr id="3" name="Footer Placeholder 2">
            <a:extLst>
              <a:ext uri="{FF2B5EF4-FFF2-40B4-BE49-F238E27FC236}">
                <a16:creationId xmlns:a16="http://schemas.microsoft.com/office/drawing/2014/main" id="{74F1D7BA-DC77-5D9E-8C72-46CD1E519D4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6B928C3F-66BB-53D8-2F80-1672A91181DC}"/>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21</a:t>
            </a:fld>
            <a:endParaRPr lang="en-US"/>
          </a:p>
        </p:txBody>
      </p:sp>
      <p:sp>
        <p:nvSpPr>
          <p:cNvPr id="9" name="TextBox 8">
            <a:extLst>
              <a:ext uri="{FF2B5EF4-FFF2-40B4-BE49-F238E27FC236}">
                <a16:creationId xmlns:a16="http://schemas.microsoft.com/office/drawing/2014/main" id="{5FD47F88-84EB-16FF-9179-4313237B639E}"/>
              </a:ext>
            </a:extLst>
          </p:cNvPr>
          <p:cNvSpPr txBox="1"/>
          <p:nvPr/>
        </p:nvSpPr>
        <p:spPr>
          <a:xfrm>
            <a:off x="457875" y="998252"/>
            <a:ext cx="5824024" cy="1666097"/>
          </a:xfrm>
          <a:prstGeom prst="rect">
            <a:avLst/>
          </a:prstGeom>
        </p:spPr>
        <p:txBody>
          <a:bodyPr vert="horz" wrap="square" lIns="0" tIns="0" rIns="0" bIns="0" rtlCol="0" anchor="t">
            <a:spAutoFit/>
          </a:bodyPr>
          <a:lstStyle/>
          <a:p>
            <a:pPr marL="285750" indent="-285750">
              <a:lnSpc>
                <a:spcPct val="200000"/>
              </a:lnSpc>
              <a:buFont typeface="Arial" panose="020B0604020202020204" pitchFamily="34" charset="0"/>
              <a:buChar char="•"/>
            </a:pPr>
            <a:r>
              <a:rPr lang="en-IN" sz="1400"/>
              <a:t>Understand the problem statement</a:t>
            </a:r>
          </a:p>
          <a:p>
            <a:pPr marL="285750" indent="-285750">
              <a:lnSpc>
                <a:spcPct val="200000"/>
              </a:lnSpc>
              <a:buFont typeface="Arial" panose="020B0604020202020204" pitchFamily="34" charset="0"/>
              <a:buChar char="•"/>
            </a:pPr>
            <a:r>
              <a:rPr lang="en-IN" sz="1400"/>
              <a:t>Refine Idea &amp; solution approach</a:t>
            </a:r>
          </a:p>
          <a:p>
            <a:pPr marL="285750" indent="-285750">
              <a:lnSpc>
                <a:spcPct val="200000"/>
              </a:lnSpc>
              <a:buFont typeface="Arial" panose="020B0604020202020204" pitchFamily="34" charset="0"/>
              <a:buChar char="•"/>
            </a:pPr>
            <a:r>
              <a:rPr lang="en-IN" sz="1400"/>
              <a:t>Develop MVP/Proof of Concept</a:t>
            </a:r>
          </a:p>
          <a:p>
            <a:pPr marL="285750" indent="-285750">
              <a:lnSpc>
                <a:spcPct val="200000"/>
              </a:lnSpc>
              <a:buFont typeface="Arial" panose="020B0604020202020204" pitchFamily="34" charset="0"/>
              <a:buChar char="•"/>
            </a:pPr>
            <a:r>
              <a:rPr lang="en-IN" sz="1400"/>
              <a:t>Present initial demo and architecture</a:t>
            </a:r>
          </a:p>
        </p:txBody>
      </p:sp>
    </p:spTree>
    <p:extLst>
      <p:ext uri="{BB962C8B-B14F-4D97-AF65-F5344CB8AC3E}">
        <p14:creationId xmlns:p14="http://schemas.microsoft.com/office/powerpoint/2010/main" val="1364999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AC968-2B42-C172-6D16-997F27BFD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96810-D38C-0418-022C-8A6F65D2F360}"/>
              </a:ext>
            </a:extLst>
          </p:cNvPr>
          <p:cNvSpPr>
            <a:spLocks noGrp="1"/>
          </p:cNvSpPr>
          <p:nvPr>
            <p:ph type="title"/>
          </p:nvPr>
        </p:nvSpPr>
        <p:spPr/>
        <p:txBody>
          <a:bodyPr/>
          <a:lstStyle/>
          <a:p>
            <a:r>
              <a:rPr lang="en-IN"/>
              <a:t>2 Month Solution Development Expectations</a:t>
            </a:r>
          </a:p>
        </p:txBody>
      </p:sp>
      <p:sp>
        <p:nvSpPr>
          <p:cNvPr id="3" name="Footer Placeholder 2">
            <a:extLst>
              <a:ext uri="{FF2B5EF4-FFF2-40B4-BE49-F238E27FC236}">
                <a16:creationId xmlns:a16="http://schemas.microsoft.com/office/drawing/2014/main" id="{3E9A79D2-B758-5622-A9B3-FC8C497FB6AD}"/>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47371ED5-36D7-7704-F67A-C9163176CE56}"/>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22</a:t>
            </a:fld>
            <a:endParaRPr lang="en-US"/>
          </a:p>
        </p:txBody>
      </p:sp>
      <p:sp>
        <p:nvSpPr>
          <p:cNvPr id="5" name="TextBox 4">
            <a:extLst>
              <a:ext uri="{FF2B5EF4-FFF2-40B4-BE49-F238E27FC236}">
                <a16:creationId xmlns:a16="http://schemas.microsoft.com/office/drawing/2014/main" id="{C808BA15-55D4-53B9-B786-3DFC2278DBF7}"/>
              </a:ext>
            </a:extLst>
          </p:cNvPr>
          <p:cNvSpPr txBox="1"/>
          <p:nvPr/>
        </p:nvSpPr>
        <p:spPr>
          <a:xfrm>
            <a:off x="520505" y="865163"/>
            <a:ext cx="5824024" cy="2958759"/>
          </a:xfrm>
          <a:prstGeom prst="rect">
            <a:avLst/>
          </a:prstGeom>
        </p:spPr>
        <p:txBody>
          <a:bodyPr vert="horz" wrap="square" lIns="0" tIns="0" rIns="0" bIns="0" rtlCol="0">
            <a:spAutoFit/>
          </a:bodyPr>
          <a:lstStyle/>
          <a:p>
            <a:pPr marL="285750" indent="-285750">
              <a:lnSpc>
                <a:spcPct val="200000"/>
              </a:lnSpc>
              <a:buFont typeface="Arial" panose="020B0604020202020204" pitchFamily="34" charset="0"/>
              <a:buChar char="•"/>
            </a:pPr>
            <a:r>
              <a:rPr lang="en-IN" sz="1400"/>
              <a:t>Enhance and stabilize the solution</a:t>
            </a:r>
          </a:p>
          <a:p>
            <a:pPr marL="285750" indent="-285750">
              <a:lnSpc>
                <a:spcPct val="200000"/>
              </a:lnSpc>
              <a:buFont typeface="Arial" panose="020B0604020202020204" pitchFamily="34" charset="0"/>
              <a:buChar char="•"/>
            </a:pPr>
            <a:r>
              <a:rPr lang="en-IN" sz="1400"/>
              <a:t>Implement end-to-end functionality</a:t>
            </a:r>
          </a:p>
          <a:p>
            <a:pPr marL="285750" indent="-285750">
              <a:lnSpc>
                <a:spcPct val="200000"/>
              </a:lnSpc>
              <a:buFont typeface="Arial" panose="020B0604020202020204" pitchFamily="34" charset="0"/>
              <a:buChar char="•"/>
            </a:pPr>
            <a:r>
              <a:rPr lang="en-IN" sz="1400"/>
              <a:t>Improve UI/UX and user adoption</a:t>
            </a:r>
          </a:p>
          <a:p>
            <a:pPr marL="285750" indent="-285750">
              <a:lnSpc>
                <a:spcPct val="200000"/>
              </a:lnSpc>
              <a:buFont typeface="Arial" panose="020B0604020202020204" pitchFamily="34" charset="0"/>
              <a:buChar char="•"/>
            </a:pPr>
            <a:r>
              <a:rPr lang="en-IN" sz="1400"/>
              <a:t>Address scalability, security, and performance</a:t>
            </a:r>
          </a:p>
          <a:p>
            <a:pPr marL="285750" indent="-285750">
              <a:lnSpc>
                <a:spcPct val="200000"/>
              </a:lnSpc>
              <a:buFont typeface="Arial" panose="020B0604020202020204" pitchFamily="34" charset="0"/>
              <a:buChar char="•"/>
            </a:pPr>
            <a:r>
              <a:rPr lang="en-IN" sz="1400"/>
              <a:t>Validate with real-world scenarios</a:t>
            </a:r>
          </a:p>
          <a:p>
            <a:pPr marL="285750" indent="-285750">
              <a:lnSpc>
                <a:spcPct val="200000"/>
              </a:lnSpc>
              <a:buFont typeface="Arial" panose="020B0604020202020204" pitchFamily="34" charset="0"/>
              <a:buChar char="•"/>
            </a:pPr>
            <a:r>
              <a:rPr lang="en-IN" sz="1400"/>
              <a:t>Demonstrate measurable business outcomes</a:t>
            </a:r>
          </a:p>
          <a:p>
            <a:pPr marL="285750" indent="-285750">
              <a:lnSpc>
                <a:spcPct val="200000"/>
              </a:lnSpc>
              <a:buFont typeface="Arial" panose="020B0604020202020204" pitchFamily="34" charset="0"/>
              <a:buChar char="•"/>
            </a:pPr>
            <a:r>
              <a:rPr lang="en-IN" sz="1400"/>
              <a:t>Deliver final presentation and working solution</a:t>
            </a:r>
          </a:p>
        </p:txBody>
      </p:sp>
    </p:spTree>
    <p:extLst>
      <p:ext uri="{BB962C8B-B14F-4D97-AF65-F5344CB8AC3E}">
        <p14:creationId xmlns:p14="http://schemas.microsoft.com/office/powerpoint/2010/main" val="1011566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0628D0-720E-6E66-07DB-BA9590000FBF}"/>
              </a:ext>
            </a:extLst>
          </p:cNvPr>
          <p:cNvSpPr>
            <a:spLocks noGrp="1"/>
          </p:cNvSpPr>
          <p:nvPr>
            <p:ph type="title" idx="4294967295"/>
          </p:nvPr>
        </p:nvSpPr>
        <p:spPr>
          <a:xfrm>
            <a:off x="457198" y="-510683"/>
            <a:ext cx="8229600" cy="510683"/>
          </a:xfrm>
        </p:spPr>
        <p:txBody>
          <a:bodyPr/>
          <a:lstStyle/>
          <a:p>
            <a:pPr rtl="0" eaLnBrk="1" latinLnBrk="0" hangingPunct="1"/>
            <a:r>
              <a:rPr lang="en-US" sz="1600" b="1" kern="1200">
                <a:solidFill>
                  <a:srgbClr val="3CCD58"/>
                </a:solidFill>
                <a:effectLst/>
                <a:ea typeface="+mn-ea"/>
                <a:cs typeface="+mn-cs"/>
              </a:rPr>
              <a:t>CLOSING SLIDE – </a:t>
            </a:r>
            <a:r>
              <a:rPr lang="en-US" sz="1600" kern="1200">
                <a:solidFill>
                  <a:srgbClr val="3CCD58"/>
                </a:solidFill>
                <a:effectLst/>
                <a:ea typeface="+mn-ea"/>
                <a:cs typeface="+mn-cs"/>
              </a:rPr>
              <a:t>Please keep this this slide in final presentation</a:t>
            </a:r>
            <a:endParaRPr lang="en-US">
              <a:effectLst/>
            </a:endParaRPr>
          </a:p>
          <a:p>
            <a:endParaRPr lang="en-US"/>
          </a:p>
        </p:txBody>
      </p:sp>
    </p:spTree>
    <p:extLst>
      <p:ext uri="{BB962C8B-B14F-4D97-AF65-F5344CB8AC3E}">
        <p14:creationId xmlns:p14="http://schemas.microsoft.com/office/powerpoint/2010/main" val="2511365089"/>
      </p:ext>
    </p:extLst>
  </p:cSld>
  <p:clrMapOvr>
    <a:masterClrMapping/>
  </p:clrMapOvr>
</p:sld>
</file>

<file path=ppt/theme/theme1.xml><?xml version="1.0" encoding="utf-8"?>
<a:theme xmlns:a="http://schemas.openxmlformats.org/drawingml/2006/main" name="White content slides">
  <a:themeElements>
    <a:clrScheme name="Advancing Energy Tech color palette 2">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EB0049"/>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1" id="{875BAB13-6F8D-4B80-B6B9-14981B9928F9}" vid="{7DFC91E1-19F3-4AB8-98B8-048B0E215F85}"/>
    </a:ext>
  </a:extLst>
</a:theme>
</file>

<file path=ppt/theme/theme2.xml><?xml version="1.0" encoding="utf-8"?>
<a:theme xmlns:a="http://schemas.openxmlformats.org/drawingml/2006/main" name="Light green content slides">
  <a:themeElements>
    <a:clrScheme name="Advancing Energy Tech color palette 2">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EB0049"/>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none" lIns="0" tIns="0" rIns="0" bIns="0" rtlCol="0">
        <a:spAutoFit/>
      </a:bodyPr>
      <a:lstStyle>
        <a:defPPr algn="l">
          <a:defRPr sz="1600" dirty="0" smtClean="0"/>
        </a:defPPr>
      </a:lstStyle>
    </a:txDef>
  </a:objectDefaults>
  <a:extraClrSchemeLst/>
  <a:extLst>
    <a:ext uri="{05A4C25C-085E-4340-85A3-A5531E510DB2}">
      <thm15:themeFamily xmlns:thm15="http://schemas.microsoft.com/office/thememl/2012/main" name="Presentation1" id="{875BAB13-6F8D-4B80-B6B9-14981B9928F9}" vid="{16F3A3A5-BCAE-4840-921B-73C54AE406E1}"/>
    </a:ext>
  </a:extLst>
</a:theme>
</file>

<file path=ppt/theme/theme3.xml><?xml version="1.0" encoding="utf-8"?>
<a:theme xmlns:a="http://schemas.openxmlformats.org/drawingml/2006/main" name="Dark green content slides">
  <a:themeElements>
    <a:clrScheme name="Advancing Energy Tech color palette 2">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EB0049"/>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none" lIns="0" tIns="0" rIns="0" bIns="0" rtlCol="0">
        <a:spAutoFit/>
      </a:bodyPr>
      <a:lstStyle>
        <a:defPPr algn="l">
          <a:defRPr sz="1600" dirty="0" smtClean="0"/>
        </a:defPPr>
      </a:lstStyle>
    </a:txDef>
  </a:objectDefaults>
  <a:extraClrSchemeLst/>
  <a:extLst>
    <a:ext uri="{05A4C25C-085E-4340-85A3-A5531E510DB2}">
      <thm15:themeFamily xmlns:thm15="http://schemas.microsoft.com/office/thememl/2012/main" name="Presentation1" id="{875BAB13-6F8D-4B80-B6B9-14981B9928F9}" vid="{5092FD39-48E4-4B4F-BB1A-5501FDDF9EFA}"/>
    </a:ext>
  </a:extLst>
</a:theme>
</file>

<file path=ppt/theme/theme4.xml><?xml version="1.0" encoding="utf-8"?>
<a:theme xmlns:a="http://schemas.openxmlformats.org/drawingml/2006/main" name="Gradient content slides">
  <a:themeElements>
    <a:clrScheme name="Advancing Energy Tech color palette 2">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EB0049"/>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none" lIns="0" tIns="0" rIns="0" bIns="0" rtlCol="0">
        <a:spAutoFit/>
      </a:bodyPr>
      <a:lstStyle>
        <a:defPPr algn="l">
          <a:defRPr sz="1600" dirty="0" smtClean="0"/>
        </a:defPPr>
      </a:lstStyle>
    </a:txDef>
  </a:objectDefaults>
  <a:extraClrSchemeLst/>
  <a:extLst>
    <a:ext uri="{05A4C25C-085E-4340-85A3-A5531E510DB2}">
      <thm15:themeFamily xmlns:thm15="http://schemas.microsoft.com/office/thememl/2012/main" name="Presentation1" id="{875BAB13-6F8D-4B80-B6B9-14981B9928F9}" vid="{216A6587-9127-41DC-A935-80A8E1E54F9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29EAEDEC6A6DF45A1C62F1AB9232A3C" ma:contentTypeVersion="3" ma:contentTypeDescription="Create a new document." ma:contentTypeScope="" ma:versionID="e371333f2bcae319e9c67290c781516b">
  <xsd:schema xmlns:xsd="http://www.w3.org/2001/XMLSchema" xmlns:xs="http://www.w3.org/2001/XMLSchema" xmlns:p="http://schemas.microsoft.com/office/2006/metadata/properties" xmlns:ns2="41af7eeb-dc56-4a46-909f-199c47e1fb46" targetNamespace="http://schemas.microsoft.com/office/2006/metadata/properties" ma:root="true" ma:fieldsID="5bd42d364edc3558729a3ef3cac30184" ns2:_="">
    <xsd:import namespace="41af7eeb-dc56-4a46-909f-199c47e1fb4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af7eeb-dc56-4a46-909f-199c47e1fb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CF00BF-0DF2-4ACD-BF59-54E296D2E59C}">
  <ds:schemaRef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http://schemas.microsoft.com/office/infopath/2007/PartnerControls"/>
    <ds:schemaRef ds:uri="41af7eeb-dc56-4a46-909f-199c47e1fb46"/>
    <ds:schemaRef ds:uri="http://www.w3.org/XML/1998/namespace"/>
  </ds:schemaRefs>
</ds:datastoreItem>
</file>

<file path=customXml/itemProps2.xml><?xml version="1.0" encoding="utf-8"?>
<ds:datastoreItem xmlns:ds="http://schemas.openxmlformats.org/officeDocument/2006/customXml" ds:itemID="{C21661C0-8723-4882-8F1C-AB3DCF5F203A}">
  <ds:schemaRefs>
    <ds:schemaRef ds:uri="http://schemas.microsoft.com/sharepoint/v3/contenttype/forms"/>
  </ds:schemaRefs>
</ds:datastoreItem>
</file>

<file path=customXml/itemProps3.xml><?xml version="1.0" encoding="utf-8"?>
<ds:datastoreItem xmlns:ds="http://schemas.openxmlformats.org/officeDocument/2006/customXml" ds:itemID="{CCEA435F-4579-4B59-91B9-F545390006D4}">
  <ds:schemaRefs>
    <ds:schemaRef ds:uri="41af7eeb-dc56-4a46-909f-199c47e1fb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3507802-f8e4-4e38-829c-ac8ea9b241e4}" enabled="1" method="Privileged" siteId="{6e51e1ad-c54b-4b39-b598-0ffe9ae68fef}" contentBits="2" removed="0"/>
</clbl:labelList>
</file>

<file path=docProps/app.xml><?xml version="1.0" encoding="utf-8"?>
<Properties xmlns="http://schemas.openxmlformats.org/officeDocument/2006/extended-properties" xmlns:vt="http://schemas.openxmlformats.org/officeDocument/2006/docPropsVTypes">
  <Template>SE Global Template</Template>
  <TotalTime>3</TotalTime>
  <Words>1595</Words>
  <Application>Microsoft Office PowerPoint</Application>
  <PresentationFormat>On-screen Show (16:9)</PresentationFormat>
  <Paragraphs>201</Paragraphs>
  <Slides>23</Slides>
  <Notes>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23</vt:i4>
      </vt:variant>
    </vt:vector>
  </HeadingPairs>
  <TitlesOfParts>
    <vt:vector size="35" baseType="lpstr">
      <vt:lpstr>Lucida Grande</vt:lpstr>
      <vt:lpstr>Zalando Sans</vt:lpstr>
      <vt:lpstr>Zalando Sans Medium</vt:lpstr>
      <vt:lpstr>Aptos</vt:lpstr>
      <vt:lpstr>Arial</vt:lpstr>
      <vt:lpstr>Calibri</vt:lpstr>
      <vt:lpstr>Poppins</vt:lpstr>
      <vt:lpstr>Segoe UI</vt:lpstr>
      <vt:lpstr>White content slides</vt:lpstr>
      <vt:lpstr>Light green content slides</vt:lpstr>
      <vt:lpstr>Dark green content slides</vt:lpstr>
      <vt:lpstr>Gradient content slides</vt:lpstr>
      <vt:lpstr>Schneider Electric Smart HMI Challenge at SRM University</vt:lpstr>
      <vt:lpstr>PS1- AI-Powered Runtime Copilot for Industrial HMI</vt:lpstr>
      <vt:lpstr>Problem Statement</vt:lpstr>
      <vt:lpstr>Use Cases and Benefits of solving this problem</vt:lpstr>
      <vt:lpstr>Data Sources(References)</vt:lpstr>
      <vt:lpstr>PS2-Dynamic Screen at runtime for visualization &amp; control of machines via HMI</vt:lpstr>
      <vt:lpstr>Problem Statement</vt:lpstr>
      <vt:lpstr>Use Cases and Benefits of solving this problem</vt:lpstr>
      <vt:lpstr>Data Sources(References)</vt:lpstr>
      <vt:lpstr>Data Sources(References)</vt:lpstr>
      <vt:lpstr>PS3-AI in HMI Buildtime Software</vt:lpstr>
      <vt:lpstr>Problem Statement</vt:lpstr>
      <vt:lpstr>Use Cases and Benefits of solving this problem</vt:lpstr>
      <vt:lpstr>Data Sources(References)</vt:lpstr>
      <vt:lpstr>PS4-Lightweight HMI Runtime</vt:lpstr>
      <vt:lpstr>Problem Statement</vt:lpstr>
      <vt:lpstr>Use Cases and Benefits of solving this problem</vt:lpstr>
      <vt:lpstr>Data Sources(References)</vt:lpstr>
      <vt:lpstr>Innovation Program Expectations &amp; Deliverables</vt:lpstr>
      <vt:lpstr>Idea Card Expectations</vt:lpstr>
      <vt:lpstr>10-Hour Innovation Sprint Expectations</vt:lpstr>
      <vt:lpstr>2 Month Solution Development Expectations</vt:lpstr>
      <vt:lpstr>CLOSING SLIDE – Please keep this this slide in final presentation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Vishwanath REDDY</dc:creator>
  <cp:lastModifiedBy>Vishwanath REDDY</cp:lastModifiedBy>
  <cp:revision>2</cp:revision>
  <dcterms:created xsi:type="dcterms:W3CDTF">2026-07-31T01:56:16Z</dcterms:created>
  <dcterms:modified xsi:type="dcterms:W3CDTF">2026-09-10T06:02:33Z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0x010100E29EAEDEC6A6DF45A1C62F1AB9232A3C</vt:lpwstr>
  </property>
  <property fmtid="{D5CDD505-2E9C-101B-9397-08002B2CF9AE}" pid="3" name="MediaServiceImageTags">
    <vt:lpwstr/>
  </property>
  <property fmtid="{D5CDD505-2E9C-101B-9397-08002B2CF9AE}" pid="4" name="_dlc_DocIdItemGuid">
    <vt:lpwstr>11bf3b14-efb8-474b-bab4-07f9a83906ee</vt:lpwstr>
  </property>
  <property fmtid="{D5CDD505-2E9C-101B-9397-08002B2CF9AE}" pid="5" name="ClassificationContentMarkingFooterLocations">
    <vt:lpwstr>White content slides:4\Light green content slides:4\Dark green content slides:4\Gradient content slides:9</vt:lpwstr>
  </property>
  <property fmtid="{D5CDD505-2E9C-101B-9397-08002B2CF9AE}" pid="6" name="ClassificationContentMarkingFooterText">
    <vt:lpwstr>Public</vt:lpwstr>
  </property>
</Properties>
</file>